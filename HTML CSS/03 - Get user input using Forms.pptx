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63" r:id="rId5"/>
    <p:sldId id="522" r:id="rId6"/>
    <p:sldId id="527" r:id="rId7"/>
    <p:sldId id="447" r:id="rId8"/>
    <p:sldId id="441" r:id="rId9"/>
    <p:sldId id="530" r:id="rId10"/>
    <p:sldId id="529" r:id="rId11"/>
    <p:sldId id="856" r:id="rId12"/>
    <p:sldId id="1096" r:id="rId13"/>
    <p:sldId id="528" r:id="rId14"/>
    <p:sldId id="460" r:id="rId15"/>
  </p:sldIdLst>
  <p:sldSz cx="12192000" cy="6858000"/>
  <p:notesSz cx="6645275" cy="9775825"/>
  <p:custDataLst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37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rrow, Joshua" initials="BJ" lastIdx="30" clrIdx="0">
    <p:extLst>
      <p:ext uri="{19B8F6BF-5375-455C-9EA6-DF929625EA0E}">
        <p15:presenceInfo xmlns:p15="http://schemas.microsoft.com/office/powerpoint/2012/main" userId="S-1-5-21-3476036342-1731177862-1559577602-51474" providerId="AD"/>
      </p:ext>
    </p:extLst>
  </p:cmAuthor>
  <p:cmAuthor id="2" name="Singh, Vaishali" initials="SV" lastIdx="7" clrIdx="1">
    <p:extLst>
      <p:ext uri="{19B8F6BF-5375-455C-9EA6-DF929625EA0E}">
        <p15:presenceInfo xmlns:p15="http://schemas.microsoft.com/office/powerpoint/2012/main" userId="S-1-5-21-3476036342-1731177862-1559577602-1552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050"/>
    <a:srgbClr val="09EDB8"/>
    <a:srgbClr val="F91258"/>
    <a:srgbClr val="7E007C"/>
    <a:srgbClr val="28CFF9"/>
    <a:srgbClr val="F3622C"/>
    <a:srgbClr val="31D3AE"/>
    <a:srgbClr val="F3F3F3"/>
    <a:srgbClr val="F4F4F4"/>
    <a:srgbClr val="3D6E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33" autoAdjust="0"/>
    <p:restoredTop sz="89806" autoAdjust="0"/>
  </p:normalViewPr>
  <p:slideViewPr>
    <p:cSldViewPr snapToGrid="0" snapToObjects="1" showGuides="1">
      <p:cViewPr varScale="1">
        <p:scale>
          <a:sx n="62" d="100"/>
          <a:sy n="62" d="100"/>
        </p:scale>
        <p:origin x="1661" y="274"/>
      </p:cViewPr>
      <p:guideLst>
        <p:guide pos="3840"/>
        <p:guide orient="horz" pos="377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82" d="100"/>
          <a:sy n="82" d="100"/>
        </p:scale>
        <p:origin x="400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63964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D088FE-3E68-47FE-8BA4-634CD34BABBC}" type="datetimeFigureOut">
              <a:rPr lang="en-GB" smtClean="0"/>
              <a:pPr/>
              <a:t>15/06/2025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63964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B31C5D-0DE0-4486-9782-41885BE5816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0825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64119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1D6B66C6-1E92-0F4E-A300-9D4ED1F0C23F}" type="datetimeFigureOut">
              <a:rPr lang="en-GB" smtClean="0"/>
              <a:pPr/>
              <a:t>15/06/2025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1220788"/>
            <a:ext cx="5867400" cy="3300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4528" y="4704617"/>
            <a:ext cx="5316220" cy="384923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64119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548901C6-1DA1-FB44-ABEE-06A0FEB7738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6747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6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7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5A3397-79A8-4CFF-8F02-2724BD874F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7531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18223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0363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96031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84E5D-75FC-402B-A688-58683F6941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60920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71500" y="581025"/>
            <a:ext cx="5715000" cy="3216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CONTINUED </a:t>
            </a:r>
            <a:fld id="{993982D2-741D-4BC6-8F8E-84F7C8891268}" type="slidenum">
              <a:rPr smtClean="0"/>
              <a:pPr>
                <a:defRPr/>
              </a:pPr>
              <a:t>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829277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71500" y="581025"/>
            <a:ext cx="5715000" cy="3216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CONTINUED </a:t>
            </a:r>
            <a:fld id="{993982D2-741D-4BC6-8F8E-84F7C8891268}" type="slidenum">
              <a:rPr smtClean="0"/>
              <a:pPr>
                <a:defRPr/>
              </a:pPr>
              <a:t>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846730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36603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4681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&amp;A/what's next">
    <p:bg>
      <p:bgPr>
        <a:solidFill>
          <a:srgbClr val="EDCD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35880" y="0"/>
            <a:ext cx="705612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21280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llow us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75020" y="0"/>
            <a:ext cx="631698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86434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on Tips">
    <p:bg>
      <p:bgPr>
        <a:solidFill>
          <a:srgbClr val="EB6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54240" y="0"/>
            <a:ext cx="493776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198876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44640" y="15240"/>
            <a:ext cx="5547360" cy="684276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656105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usekeep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3433680"/>
            <a:ext cx="5627171" cy="968987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Housekeeping</a:t>
            </a:r>
            <a:endParaRPr lang="en-GB" noProof="0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4784" y="4894524"/>
            <a:ext cx="5627171" cy="1186921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 sz="2000" b="0">
                <a:solidFill>
                  <a:schemeClr val="bg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</p:spTree>
    <p:extLst>
      <p:ext uri="{BB962C8B-B14F-4D97-AF65-F5344CB8AC3E}">
        <p14:creationId xmlns:p14="http://schemas.microsoft.com/office/powerpoint/2010/main" val="4276879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et &amp; Greet 1">
    <p:bg>
      <p:bgPr>
        <a:solidFill>
          <a:srgbClr val="38E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8881" y="-11575"/>
            <a:ext cx="8079261" cy="687536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1706477"/>
            <a:ext cx="5002556" cy="8081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Meet &amp; Greet</a:t>
            </a:r>
            <a:endParaRPr lang="en-GB" noProof="0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2915404"/>
            <a:ext cx="4278655" cy="34015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4045959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3 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27" name="Group 26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  <a:solidFill>
            <a:srgbClr val="004050"/>
          </a:solidFill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2229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00292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4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 sz="2000"/>
            </a:lvl4pPr>
            <a:lvl5pPr marL="180000" indent="-1800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spc="60" baseline="0">
                <a:solidFill>
                  <a:srgbClr val="09EDB8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</p:spTree>
    <p:extLst>
      <p:ext uri="{BB962C8B-B14F-4D97-AF65-F5344CB8AC3E}">
        <p14:creationId xmlns:p14="http://schemas.microsoft.com/office/powerpoint/2010/main" val="3589945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09EDB8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370358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00EDB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114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vity 1">
    <p:bg>
      <p:bgPr>
        <a:solidFill>
          <a:srgbClr val="0EEE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887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01 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609" y="0"/>
            <a:ext cx="12192609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rgbClr val="004050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779800"/>
            <a:ext cx="5627171" cy="1682133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05" y="399619"/>
            <a:ext cx="857393" cy="522401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758190" y="769620"/>
            <a:ext cx="379608" cy="11049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61448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08688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887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28CFF9"/>
          </a:solidFill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822106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28CFF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4725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ctivity 1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28947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03 Section Divider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760859" y="768561"/>
            <a:ext cx="379608" cy="11049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235614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98918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8" name="Group 27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</p:grpSpPr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16148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F1612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865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ctivity 1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37711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2 Section Divider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A0DD6AED-2202-DD48-A2D6-60CCC5F07320}"/>
              </a:ext>
            </a:extLst>
          </p:cNvPr>
          <p:cNvSpPr/>
          <p:nvPr userDrawn="1"/>
        </p:nvSpPr>
        <p:spPr>
          <a:xfrm>
            <a:off x="-609" y="2116538"/>
            <a:ext cx="11411496" cy="5526322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rgbClr val="F9125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067007"/>
            <a:ext cx="5627171" cy="2353439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96745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7E0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33" name="Group 32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  <a:solidFill>
            <a:srgbClr val="F91258"/>
          </a:solidFill>
        </p:grpSpPr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345788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7E007C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596148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7E007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64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ctivity 1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3175680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2588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394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5446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con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059427" y="3673998"/>
            <a:ext cx="212415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0" indent="0">
              <a:buFont typeface="Arial" panose="020B0604020202020204" pitchFamily="34" charset="0"/>
              <a:buNone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3639645" y="3673998"/>
            <a:ext cx="2068065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149996" y="3673998"/>
            <a:ext cx="2130523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21"/>
          <p:cNvSpPr>
            <a:spLocks noGrp="1"/>
          </p:cNvSpPr>
          <p:nvPr>
            <p:ph type="pic" sz="quarter" idx="18" hasCustomPrompt="1"/>
          </p:nvPr>
        </p:nvSpPr>
        <p:spPr>
          <a:xfrm>
            <a:off x="1059428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8" name="Picture Placeholder 21"/>
          <p:cNvSpPr>
            <a:spLocks noGrp="1"/>
          </p:cNvSpPr>
          <p:nvPr>
            <p:ph type="pic" sz="quarter" idx="19" hasCustomPrompt="1"/>
          </p:nvPr>
        </p:nvSpPr>
        <p:spPr>
          <a:xfrm>
            <a:off x="3639646" y="1986408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9" name="Picture Placeholder 21"/>
          <p:cNvSpPr>
            <a:spLocks noGrp="1"/>
          </p:cNvSpPr>
          <p:nvPr>
            <p:ph type="pic" sz="quarter" idx="20" hasCustomPrompt="1"/>
          </p:nvPr>
        </p:nvSpPr>
        <p:spPr>
          <a:xfrm>
            <a:off x="6149997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8637070" y="3688989"/>
            <a:ext cx="218344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1" name="Picture Placeholder 21"/>
          <p:cNvSpPr>
            <a:spLocks noGrp="1"/>
          </p:cNvSpPr>
          <p:nvPr>
            <p:ph type="pic" sz="quarter" idx="22" hasCustomPrompt="1"/>
          </p:nvPr>
        </p:nvSpPr>
        <p:spPr>
          <a:xfrm>
            <a:off x="8637071" y="2008475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89683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1065907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511826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5957745" y="1986353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8403664" y="1986352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7195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15467" y="1992793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069809" y="1992792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6117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1080209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 sz="1800"/>
            </a:lvl2pPr>
            <a:lvl3pPr marL="0" indent="0">
              <a:buNone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80209" y="2003204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25914" y="2003203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25868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25944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7913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Hope you enjoyed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63440" y="0"/>
            <a:ext cx="752856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0" y="2311970"/>
            <a:ext cx="3138017" cy="1908338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/>
            </a:lvl1pPr>
          </a:lstStyle>
          <a:p>
            <a:r>
              <a:rPr lang="en-US" noProof="0" dirty="0"/>
              <a:t>THANK YOU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1" y="5306004"/>
            <a:ext cx="4269826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 baseline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Hope you enjoyed this learning journey.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698" y="3508800"/>
            <a:ext cx="7016130" cy="2425241"/>
            <a:chOff x="683" y="3508800"/>
            <a:chExt cx="7016130" cy="2425241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683" y="3508800"/>
              <a:ext cx="5938619" cy="102700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566 w 1668566"/>
                <a:gd name="connsiteY0" fmla="*/ 248186 h 248186"/>
                <a:gd name="connsiteX1" fmla="*/ 1 w 1668566"/>
                <a:gd name="connsiteY1" fmla="*/ 248186 h 248186"/>
                <a:gd name="connsiteX2" fmla="*/ 229815 w 1668566"/>
                <a:gd name="connsiteY2" fmla="*/ 194032 h 248186"/>
                <a:gd name="connsiteX3" fmla="*/ 1522580 w 1668566"/>
                <a:gd name="connsiteY3" fmla="*/ 192497 h 248186"/>
                <a:gd name="connsiteX4" fmla="*/ 1375895 w 1668566"/>
                <a:gd name="connsiteY4" fmla="*/ 219 h 248186"/>
                <a:gd name="connsiteX5" fmla="*/ 1433934 w 1668566"/>
                <a:gd name="connsiteY5" fmla="*/ 219 h 248186"/>
                <a:gd name="connsiteX6" fmla="*/ 1454190 w 1668566"/>
                <a:gd name="connsiteY6" fmla="*/ 12347 h 248186"/>
                <a:gd name="connsiteX7" fmla="*/ 1518706 w 1668566"/>
                <a:gd name="connsiteY7" fmla="*/ 105057 h 248186"/>
                <a:gd name="connsiteX8" fmla="*/ 1662725 w 1668566"/>
                <a:gd name="connsiteY8" fmla="*/ 242090 h 248186"/>
                <a:gd name="connsiteX9" fmla="*/ 1667931 w 1668566"/>
                <a:gd name="connsiteY9" fmla="*/ 246535 h 248186"/>
                <a:gd name="connsiteX10" fmla="*/ 1668566 w 1668566"/>
                <a:gd name="connsiteY10" fmla="*/ 248186 h 248186"/>
                <a:gd name="connsiteX0" fmla="*/ 1440017 w 1440017"/>
                <a:gd name="connsiteY0" fmla="*/ 248186 h 248186"/>
                <a:gd name="connsiteX1" fmla="*/ 62 w 1440017"/>
                <a:gd name="connsiteY1" fmla="*/ 248186 h 248186"/>
                <a:gd name="connsiteX2" fmla="*/ 1266 w 1440017"/>
                <a:gd name="connsiteY2" fmla="*/ 194032 h 248186"/>
                <a:gd name="connsiteX3" fmla="*/ 1294031 w 1440017"/>
                <a:gd name="connsiteY3" fmla="*/ 192497 h 248186"/>
                <a:gd name="connsiteX4" fmla="*/ 1147346 w 1440017"/>
                <a:gd name="connsiteY4" fmla="*/ 219 h 248186"/>
                <a:gd name="connsiteX5" fmla="*/ 1205385 w 1440017"/>
                <a:gd name="connsiteY5" fmla="*/ 219 h 248186"/>
                <a:gd name="connsiteX6" fmla="*/ 1225641 w 1440017"/>
                <a:gd name="connsiteY6" fmla="*/ 12347 h 248186"/>
                <a:gd name="connsiteX7" fmla="*/ 1290157 w 1440017"/>
                <a:gd name="connsiteY7" fmla="*/ 105057 h 248186"/>
                <a:gd name="connsiteX8" fmla="*/ 1434176 w 1440017"/>
                <a:gd name="connsiteY8" fmla="*/ 242090 h 248186"/>
                <a:gd name="connsiteX9" fmla="*/ 1439382 w 1440017"/>
                <a:gd name="connsiteY9" fmla="*/ 246535 h 248186"/>
                <a:gd name="connsiteX10" fmla="*/ 1440017 w 1440017"/>
                <a:gd name="connsiteY10" fmla="*/ 248186 h 248186"/>
                <a:gd name="connsiteX0" fmla="*/ 1439987 w 1439987"/>
                <a:gd name="connsiteY0" fmla="*/ 248186 h 248186"/>
                <a:gd name="connsiteX1" fmla="*/ 32 w 1439987"/>
                <a:gd name="connsiteY1" fmla="*/ 248186 h 248186"/>
                <a:gd name="connsiteX2" fmla="*/ 3538 w 1439987"/>
                <a:gd name="connsiteY2" fmla="*/ 192881 h 248186"/>
                <a:gd name="connsiteX3" fmla="*/ 1294001 w 1439987"/>
                <a:gd name="connsiteY3" fmla="*/ 192497 h 248186"/>
                <a:gd name="connsiteX4" fmla="*/ 1147316 w 1439987"/>
                <a:gd name="connsiteY4" fmla="*/ 219 h 248186"/>
                <a:gd name="connsiteX5" fmla="*/ 1205355 w 1439987"/>
                <a:gd name="connsiteY5" fmla="*/ 219 h 248186"/>
                <a:gd name="connsiteX6" fmla="*/ 1225611 w 1439987"/>
                <a:gd name="connsiteY6" fmla="*/ 12347 h 248186"/>
                <a:gd name="connsiteX7" fmla="*/ 1290127 w 1439987"/>
                <a:gd name="connsiteY7" fmla="*/ 105057 h 248186"/>
                <a:gd name="connsiteX8" fmla="*/ 1434146 w 1439987"/>
                <a:gd name="connsiteY8" fmla="*/ 242090 h 248186"/>
                <a:gd name="connsiteX9" fmla="*/ 1439352 w 1439987"/>
                <a:gd name="connsiteY9" fmla="*/ 246535 h 248186"/>
                <a:gd name="connsiteX10" fmla="*/ 1439987 w 1439987"/>
                <a:gd name="connsiteY10" fmla="*/ 248186 h 248186"/>
                <a:gd name="connsiteX0" fmla="*/ 1436625 w 1436625"/>
                <a:gd name="connsiteY0" fmla="*/ 248186 h 248186"/>
                <a:gd name="connsiteX1" fmla="*/ 122 w 1436625"/>
                <a:gd name="connsiteY1" fmla="*/ 248186 h 248186"/>
                <a:gd name="connsiteX2" fmla="*/ 176 w 1436625"/>
                <a:gd name="connsiteY2" fmla="*/ 192881 h 248186"/>
                <a:gd name="connsiteX3" fmla="*/ 1290639 w 1436625"/>
                <a:gd name="connsiteY3" fmla="*/ 192497 h 248186"/>
                <a:gd name="connsiteX4" fmla="*/ 1143954 w 1436625"/>
                <a:gd name="connsiteY4" fmla="*/ 219 h 248186"/>
                <a:gd name="connsiteX5" fmla="*/ 1201993 w 1436625"/>
                <a:gd name="connsiteY5" fmla="*/ 219 h 248186"/>
                <a:gd name="connsiteX6" fmla="*/ 1222249 w 1436625"/>
                <a:gd name="connsiteY6" fmla="*/ 12347 h 248186"/>
                <a:gd name="connsiteX7" fmla="*/ 1286765 w 1436625"/>
                <a:gd name="connsiteY7" fmla="*/ 105057 h 248186"/>
                <a:gd name="connsiteX8" fmla="*/ 1430784 w 1436625"/>
                <a:gd name="connsiteY8" fmla="*/ 242090 h 248186"/>
                <a:gd name="connsiteX9" fmla="*/ 1435990 w 1436625"/>
                <a:gd name="connsiteY9" fmla="*/ 246535 h 248186"/>
                <a:gd name="connsiteX10" fmla="*/ 1436625 w 1436625"/>
                <a:gd name="connsiteY10" fmla="*/ 248186 h 248186"/>
                <a:gd name="connsiteX0" fmla="*/ 1436553 w 1436553"/>
                <a:gd name="connsiteY0" fmla="*/ 248186 h 248186"/>
                <a:gd name="connsiteX1" fmla="*/ 50 w 1436553"/>
                <a:gd name="connsiteY1" fmla="*/ 248186 h 248186"/>
                <a:gd name="connsiteX2" fmla="*/ 1830 w 1436553"/>
                <a:gd name="connsiteY2" fmla="*/ 192881 h 248186"/>
                <a:gd name="connsiteX3" fmla="*/ 1290567 w 1436553"/>
                <a:gd name="connsiteY3" fmla="*/ 192497 h 248186"/>
                <a:gd name="connsiteX4" fmla="*/ 1143882 w 1436553"/>
                <a:gd name="connsiteY4" fmla="*/ 219 h 248186"/>
                <a:gd name="connsiteX5" fmla="*/ 1201921 w 1436553"/>
                <a:gd name="connsiteY5" fmla="*/ 219 h 248186"/>
                <a:gd name="connsiteX6" fmla="*/ 1222177 w 1436553"/>
                <a:gd name="connsiteY6" fmla="*/ 12347 h 248186"/>
                <a:gd name="connsiteX7" fmla="*/ 1286693 w 1436553"/>
                <a:gd name="connsiteY7" fmla="*/ 105057 h 248186"/>
                <a:gd name="connsiteX8" fmla="*/ 1430712 w 1436553"/>
                <a:gd name="connsiteY8" fmla="*/ 242090 h 248186"/>
                <a:gd name="connsiteX9" fmla="*/ 1435918 w 1436553"/>
                <a:gd name="connsiteY9" fmla="*/ 246535 h 248186"/>
                <a:gd name="connsiteX10" fmla="*/ 1436553 w 1436553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4899" h="248186">
                  <a:moveTo>
                    <a:pt x="1434899" y="248186"/>
                  </a:moveTo>
                  <a:lnTo>
                    <a:pt x="122" y="248186"/>
                  </a:lnTo>
                  <a:cubicBezTo>
                    <a:pt x="-319" y="229623"/>
                    <a:pt x="617" y="211444"/>
                    <a:pt x="176" y="192881"/>
                  </a:cubicBezTo>
                  <a:lnTo>
                    <a:pt x="1288913" y="192497"/>
                  </a:lnTo>
                  <a:cubicBezTo>
                    <a:pt x="1231064" y="134140"/>
                    <a:pt x="1177788" y="74768"/>
                    <a:pt x="1142228" y="219"/>
                  </a:cubicBezTo>
                  <a:cubicBezTo>
                    <a:pt x="1162611" y="219"/>
                    <a:pt x="1181471" y="854"/>
                    <a:pt x="1200267" y="219"/>
                  </a:cubicBezTo>
                  <a:cubicBezTo>
                    <a:pt x="1209059" y="-1141"/>
                    <a:pt x="1217571" y="3956"/>
                    <a:pt x="1220523" y="12347"/>
                  </a:cubicBezTo>
                  <a:cubicBezTo>
                    <a:pt x="1238085" y="45816"/>
                    <a:pt x="1259758" y="76961"/>
                    <a:pt x="1285039" y="105057"/>
                  </a:cubicBezTo>
                  <a:cubicBezTo>
                    <a:pt x="1328667" y="155126"/>
                    <a:pt x="1376883" y="201004"/>
                    <a:pt x="1429058" y="242090"/>
                  </a:cubicBezTo>
                  <a:cubicBezTo>
                    <a:pt x="1430836" y="243551"/>
                    <a:pt x="1432613" y="245011"/>
                    <a:pt x="1434264" y="246535"/>
                  </a:cubicBezTo>
                  <a:cubicBezTo>
                    <a:pt x="1434582" y="246599"/>
                    <a:pt x="1434582" y="247170"/>
                    <a:pt x="1434899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 userDrawn="1"/>
          </p:nvSpPr>
          <p:spPr>
            <a:xfrm>
              <a:off x="5439970" y="3509181"/>
              <a:ext cx="1576843" cy="2417447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683" y="4907035"/>
              <a:ext cx="5938619" cy="102700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566 w 1668566"/>
                <a:gd name="connsiteY0" fmla="*/ 248186 h 248186"/>
                <a:gd name="connsiteX1" fmla="*/ 1 w 1668566"/>
                <a:gd name="connsiteY1" fmla="*/ 248186 h 248186"/>
                <a:gd name="connsiteX2" fmla="*/ 229815 w 1668566"/>
                <a:gd name="connsiteY2" fmla="*/ 194032 h 248186"/>
                <a:gd name="connsiteX3" fmla="*/ 1522580 w 1668566"/>
                <a:gd name="connsiteY3" fmla="*/ 192497 h 248186"/>
                <a:gd name="connsiteX4" fmla="*/ 1375895 w 1668566"/>
                <a:gd name="connsiteY4" fmla="*/ 219 h 248186"/>
                <a:gd name="connsiteX5" fmla="*/ 1433934 w 1668566"/>
                <a:gd name="connsiteY5" fmla="*/ 219 h 248186"/>
                <a:gd name="connsiteX6" fmla="*/ 1454190 w 1668566"/>
                <a:gd name="connsiteY6" fmla="*/ 12347 h 248186"/>
                <a:gd name="connsiteX7" fmla="*/ 1518706 w 1668566"/>
                <a:gd name="connsiteY7" fmla="*/ 105057 h 248186"/>
                <a:gd name="connsiteX8" fmla="*/ 1662725 w 1668566"/>
                <a:gd name="connsiteY8" fmla="*/ 242090 h 248186"/>
                <a:gd name="connsiteX9" fmla="*/ 1667931 w 1668566"/>
                <a:gd name="connsiteY9" fmla="*/ 246535 h 248186"/>
                <a:gd name="connsiteX10" fmla="*/ 1668566 w 1668566"/>
                <a:gd name="connsiteY10" fmla="*/ 248186 h 248186"/>
                <a:gd name="connsiteX0" fmla="*/ 1440017 w 1440017"/>
                <a:gd name="connsiteY0" fmla="*/ 248186 h 248186"/>
                <a:gd name="connsiteX1" fmla="*/ 62 w 1440017"/>
                <a:gd name="connsiteY1" fmla="*/ 248186 h 248186"/>
                <a:gd name="connsiteX2" fmla="*/ 1266 w 1440017"/>
                <a:gd name="connsiteY2" fmla="*/ 194032 h 248186"/>
                <a:gd name="connsiteX3" fmla="*/ 1294031 w 1440017"/>
                <a:gd name="connsiteY3" fmla="*/ 192497 h 248186"/>
                <a:gd name="connsiteX4" fmla="*/ 1147346 w 1440017"/>
                <a:gd name="connsiteY4" fmla="*/ 219 h 248186"/>
                <a:gd name="connsiteX5" fmla="*/ 1205385 w 1440017"/>
                <a:gd name="connsiteY5" fmla="*/ 219 h 248186"/>
                <a:gd name="connsiteX6" fmla="*/ 1225641 w 1440017"/>
                <a:gd name="connsiteY6" fmla="*/ 12347 h 248186"/>
                <a:gd name="connsiteX7" fmla="*/ 1290157 w 1440017"/>
                <a:gd name="connsiteY7" fmla="*/ 105057 h 248186"/>
                <a:gd name="connsiteX8" fmla="*/ 1434176 w 1440017"/>
                <a:gd name="connsiteY8" fmla="*/ 242090 h 248186"/>
                <a:gd name="connsiteX9" fmla="*/ 1439382 w 1440017"/>
                <a:gd name="connsiteY9" fmla="*/ 246535 h 248186"/>
                <a:gd name="connsiteX10" fmla="*/ 1440017 w 1440017"/>
                <a:gd name="connsiteY10" fmla="*/ 248186 h 248186"/>
                <a:gd name="connsiteX0" fmla="*/ 1439987 w 1439987"/>
                <a:gd name="connsiteY0" fmla="*/ 248186 h 248186"/>
                <a:gd name="connsiteX1" fmla="*/ 32 w 1439987"/>
                <a:gd name="connsiteY1" fmla="*/ 248186 h 248186"/>
                <a:gd name="connsiteX2" fmla="*/ 3538 w 1439987"/>
                <a:gd name="connsiteY2" fmla="*/ 192881 h 248186"/>
                <a:gd name="connsiteX3" fmla="*/ 1294001 w 1439987"/>
                <a:gd name="connsiteY3" fmla="*/ 192497 h 248186"/>
                <a:gd name="connsiteX4" fmla="*/ 1147316 w 1439987"/>
                <a:gd name="connsiteY4" fmla="*/ 219 h 248186"/>
                <a:gd name="connsiteX5" fmla="*/ 1205355 w 1439987"/>
                <a:gd name="connsiteY5" fmla="*/ 219 h 248186"/>
                <a:gd name="connsiteX6" fmla="*/ 1225611 w 1439987"/>
                <a:gd name="connsiteY6" fmla="*/ 12347 h 248186"/>
                <a:gd name="connsiteX7" fmla="*/ 1290127 w 1439987"/>
                <a:gd name="connsiteY7" fmla="*/ 105057 h 248186"/>
                <a:gd name="connsiteX8" fmla="*/ 1434146 w 1439987"/>
                <a:gd name="connsiteY8" fmla="*/ 242090 h 248186"/>
                <a:gd name="connsiteX9" fmla="*/ 1439352 w 1439987"/>
                <a:gd name="connsiteY9" fmla="*/ 246535 h 248186"/>
                <a:gd name="connsiteX10" fmla="*/ 1439987 w 1439987"/>
                <a:gd name="connsiteY10" fmla="*/ 248186 h 248186"/>
                <a:gd name="connsiteX0" fmla="*/ 1436625 w 1436625"/>
                <a:gd name="connsiteY0" fmla="*/ 248186 h 248186"/>
                <a:gd name="connsiteX1" fmla="*/ 122 w 1436625"/>
                <a:gd name="connsiteY1" fmla="*/ 248186 h 248186"/>
                <a:gd name="connsiteX2" fmla="*/ 176 w 1436625"/>
                <a:gd name="connsiteY2" fmla="*/ 192881 h 248186"/>
                <a:gd name="connsiteX3" fmla="*/ 1290639 w 1436625"/>
                <a:gd name="connsiteY3" fmla="*/ 192497 h 248186"/>
                <a:gd name="connsiteX4" fmla="*/ 1143954 w 1436625"/>
                <a:gd name="connsiteY4" fmla="*/ 219 h 248186"/>
                <a:gd name="connsiteX5" fmla="*/ 1201993 w 1436625"/>
                <a:gd name="connsiteY5" fmla="*/ 219 h 248186"/>
                <a:gd name="connsiteX6" fmla="*/ 1222249 w 1436625"/>
                <a:gd name="connsiteY6" fmla="*/ 12347 h 248186"/>
                <a:gd name="connsiteX7" fmla="*/ 1286765 w 1436625"/>
                <a:gd name="connsiteY7" fmla="*/ 105057 h 248186"/>
                <a:gd name="connsiteX8" fmla="*/ 1430784 w 1436625"/>
                <a:gd name="connsiteY8" fmla="*/ 242090 h 248186"/>
                <a:gd name="connsiteX9" fmla="*/ 1435990 w 1436625"/>
                <a:gd name="connsiteY9" fmla="*/ 246535 h 248186"/>
                <a:gd name="connsiteX10" fmla="*/ 1436625 w 1436625"/>
                <a:gd name="connsiteY10" fmla="*/ 248186 h 248186"/>
                <a:gd name="connsiteX0" fmla="*/ 1436553 w 1436553"/>
                <a:gd name="connsiteY0" fmla="*/ 248186 h 248186"/>
                <a:gd name="connsiteX1" fmla="*/ 50 w 1436553"/>
                <a:gd name="connsiteY1" fmla="*/ 248186 h 248186"/>
                <a:gd name="connsiteX2" fmla="*/ 1830 w 1436553"/>
                <a:gd name="connsiteY2" fmla="*/ 192881 h 248186"/>
                <a:gd name="connsiteX3" fmla="*/ 1290567 w 1436553"/>
                <a:gd name="connsiteY3" fmla="*/ 192497 h 248186"/>
                <a:gd name="connsiteX4" fmla="*/ 1143882 w 1436553"/>
                <a:gd name="connsiteY4" fmla="*/ 219 h 248186"/>
                <a:gd name="connsiteX5" fmla="*/ 1201921 w 1436553"/>
                <a:gd name="connsiteY5" fmla="*/ 219 h 248186"/>
                <a:gd name="connsiteX6" fmla="*/ 1222177 w 1436553"/>
                <a:gd name="connsiteY6" fmla="*/ 12347 h 248186"/>
                <a:gd name="connsiteX7" fmla="*/ 1286693 w 1436553"/>
                <a:gd name="connsiteY7" fmla="*/ 105057 h 248186"/>
                <a:gd name="connsiteX8" fmla="*/ 1430712 w 1436553"/>
                <a:gd name="connsiteY8" fmla="*/ 242090 h 248186"/>
                <a:gd name="connsiteX9" fmla="*/ 1435918 w 1436553"/>
                <a:gd name="connsiteY9" fmla="*/ 246535 h 248186"/>
                <a:gd name="connsiteX10" fmla="*/ 1436553 w 1436553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4899" h="248186">
                  <a:moveTo>
                    <a:pt x="1434899" y="248186"/>
                  </a:moveTo>
                  <a:lnTo>
                    <a:pt x="122" y="248186"/>
                  </a:lnTo>
                  <a:cubicBezTo>
                    <a:pt x="-319" y="229623"/>
                    <a:pt x="617" y="211444"/>
                    <a:pt x="176" y="192881"/>
                  </a:cubicBezTo>
                  <a:lnTo>
                    <a:pt x="1288913" y="192497"/>
                  </a:lnTo>
                  <a:cubicBezTo>
                    <a:pt x="1231064" y="134140"/>
                    <a:pt x="1177788" y="74768"/>
                    <a:pt x="1142228" y="219"/>
                  </a:cubicBezTo>
                  <a:cubicBezTo>
                    <a:pt x="1162611" y="219"/>
                    <a:pt x="1181471" y="854"/>
                    <a:pt x="1200267" y="219"/>
                  </a:cubicBezTo>
                  <a:cubicBezTo>
                    <a:pt x="1209059" y="-1141"/>
                    <a:pt x="1217571" y="3956"/>
                    <a:pt x="1220523" y="12347"/>
                  </a:cubicBezTo>
                  <a:cubicBezTo>
                    <a:pt x="1238085" y="45816"/>
                    <a:pt x="1259758" y="76961"/>
                    <a:pt x="1285039" y="105057"/>
                  </a:cubicBezTo>
                  <a:cubicBezTo>
                    <a:pt x="1328667" y="155126"/>
                    <a:pt x="1376883" y="201004"/>
                    <a:pt x="1429058" y="242090"/>
                  </a:cubicBezTo>
                  <a:cubicBezTo>
                    <a:pt x="1430836" y="243551"/>
                    <a:pt x="1432613" y="245011"/>
                    <a:pt x="1434264" y="246535"/>
                  </a:cubicBezTo>
                  <a:cubicBezTo>
                    <a:pt x="1434582" y="246599"/>
                    <a:pt x="1434582" y="247170"/>
                    <a:pt x="1434899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887849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eal Background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56"/>
          <a:stretch/>
        </p:blipFill>
        <p:spPr>
          <a:xfrm>
            <a:off x="0" y="0"/>
            <a:ext cx="12192000" cy="68537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5300" y="2311970"/>
            <a:ext cx="5627171" cy="2277604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56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28E4C95E-5280-3241-AF7F-04C2329AE56E}"/>
              </a:ext>
            </a:extLst>
          </p:cNvPr>
          <p:cNvSpPr/>
          <p:nvPr userDrawn="1"/>
        </p:nvSpPr>
        <p:spPr>
          <a:xfrm>
            <a:off x="0" y="4401989"/>
            <a:ext cx="6977811" cy="982453"/>
          </a:xfrm>
          <a:custGeom>
            <a:avLst/>
            <a:gdLst/>
            <a:ahLst/>
            <a:cxnLst/>
            <a:rect l="l" t="t" r="r" b="b"/>
            <a:pathLst>
              <a:path w="9245600" h="1301750">
                <a:moveTo>
                  <a:pt x="8673461" y="0"/>
                </a:moveTo>
                <a:lnTo>
                  <a:pt x="8505236" y="0"/>
                </a:lnTo>
                <a:lnTo>
                  <a:pt x="8507088" y="52226"/>
                </a:lnTo>
                <a:lnTo>
                  <a:pt x="8512559" y="103477"/>
                </a:lnTo>
                <a:lnTo>
                  <a:pt x="8521524" y="153629"/>
                </a:lnTo>
                <a:lnTo>
                  <a:pt x="8533859" y="202558"/>
                </a:lnTo>
                <a:lnTo>
                  <a:pt x="8549439" y="250138"/>
                </a:lnTo>
                <a:lnTo>
                  <a:pt x="8568137" y="296245"/>
                </a:lnTo>
                <a:lnTo>
                  <a:pt x="8589830" y="340755"/>
                </a:lnTo>
                <a:lnTo>
                  <a:pt x="8614392" y="383542"/>
                </a:lnTo>
                <a:lnTo>
                  <a:pt x="8641698" y="424483"/>
                </a:lnTo>
                <a:lnTo>
                  <a:pt x="8671623" y="463451"/>
                </a:lnTo>
                <a:lnTo>
                  <a:pt x="8704041" y="500324"/>
                </a:lnTo>
                <a:lnTo>
                  <a:pt x="8738829" y="534976"/>
                </a:lnTo>
                <a:lnTo>
                  <a:pt x="8775861" y="567283"/>
                </a:lnTo>
                <a:lnTo>
                  <a:pt x="0" y="567283"/>
                </a:lnTo>
                <a:lnTo>
                  <a:pt x="0" y="734250"/>
                </a:lnTo>
                <a:lnTo>
                  <a:pt x="8775797" y="734250"/>
                </a:lnTo>
                <a:lnTo>
                  <a:pt x="8738779" y="766556"/>
                </a:lnTo>
                <a:lnTo>
                  <a:pt x="8704003" y="801206"/>
                </a:lnTo>
                <a:lnTo>
                  <a:pt x="8671594" y="838075"/>
                </a:lnTo>
                <a:lnTo>
                  <a:pt x="8641677" y="877039"/>
                </a:lnTo>
                <a:lnTo>
                  <a:pt x="8614377" y="917973"/>
                </a:lnTo>
                <a:lnTo>
                  <a:pt x="8589820" y="960755"/>
                </a:lnTo>
                <a:lnTo>
                  <a:pt x="8568131" y="1005257"/>
                </a:lnTo>
                <a:lnTo>
                  <a:pt x="8549435" y="1051358"/>
                </a:lnTo>
                <a:lnTo>
                  <a:pt x="8533857" y="1098932"/>
                </a:lnTo>
                <a:lnTo>
                  <a:pt x="8521524" y="1147854"/>
                </a:lnTo>
                <a:lnTo>
                  <a:pt x="8512559" y="1198001"/>
                </a:lnTo>
                <a:lnTo>
                  <a:pt x="8507088" y="1249248"/>
                </a:lnTo>
                <a:lnTo>
                  <a:pt x="8505236" y="1301470"/>
                </a:lnTo>
                <a:lnTo>
                  <a:pt x="8673461" y="1301470"/>
                </a:lnTo>
                <a:lnTo>
                  <a:pt x="8675562" y="1252598"/>
                </a:lnTo>
                <a:lnTo>
                  <a:pt x="8681752" y="1204867"/>
                </a:lnTo>
                <a:lnTo>
                  <a:pt x="8691858" y="1158448"/>
                </a:lnTo>
                <a:lnTo>
                  <a:pt x="8705706" y="1113513"/>
                </a:lnTo>
                <a:lnTo>
                  <a:pt x="8723124" y="1070235"/>
                </a:lnTo>
                <a:lnTo>
                  <a:pt x="8743939" y="1028783"/>
                </a:lnTo>
                <a:lnTo>
                  <a:pt x="8767978" y="989330"/>
                </a:lnTo>
                <a:lnTo>
                  <a:pt x="8795069" y="952048"/>
                </a:lnTo>
                <a:lnTo>
                  <a:pt x="8825038" y="917108"/>
                </a:lnTo>
                <a:lnTo>
                  <a:pt x="8857713" y="884681"/>
                </a:lnTo>
                <a:lnTo>
                  <a:pt x="8892921" y="854939"/>
                </a:lnTo>
                <a:lnTo>
                  <a:pt x="8930489" y="828053"/>
                </a:lnTo>
                <a:lnTo>
                  <a:pt x="8970245" y="804196"/>
                </a:lnTo>
                <a:lnTo>
                  <a:pt x="9012015" y="783538"/>
                </a:lnTo>
                <a:lnTo>
                  <a:pt x="9055627" y="766252"/>
                </a:lnTo>
                <a:lnTo>
                  <a:pt x="9100908" y="752508"/>
                </a:lnTo>
                <a:lnTo>
                  <a:pt x="9147685" y="742479"/>
                </a:lnTo>
                <a:lnTo>
                  <a:pt x="9195786" y="736336"/>
                </a:lnTo>
                <a:lnTo>
                  <a:pt x="9245037" y="734250"/>
                </a:lnTo>
                <a:lnTo>
                  <a:pt x="9245037" y="567283"/>
                </a:lnTo>
                <a:lnTo>
                  <a:pt x="9195786" y="565197"/>
                </a:lnTo>
                <a:lnTo>
                  <a:pt x="9147685" y="559052"/>
                </a:lnTo>
                <a:lnTo>
                  <a:pt x="9100908" y="549020"/>
                </a:lnTo>
                <a:lnTo>
                  <a:pt x="9055627" y="535274"/>
                </a:lnTo>
                <a:lnTo>
                  <a:pt x="9012015" y="517984"/>
                </a:lnTo>
                <a:lnTo>
                  <a:pt x="8970245" y="497322"/>
                </a:lnTo>
                <a:lnTo>
                  <a:pt x="8930489" y="473460"/>
                </a:lnTo>
                <a:lnTo>
                  <a:pt x="8892921" y="446570"/>
                </a:lnTo>
                <a:lnTo>
                  <a:pt x="8857713" y="416823"/>
                </a:lnTo>
                <a:lnTo>
                  <a:pt x="8825038" y="384391"/>
                </a:lnTo>
                <a:lnTo>
                  <a:pt x="8795069" y="349446"/>
                </a:lnTo>
                <a:lnTo>
                  <a:pt x="8767978" y="312159"/>
                </a:lnTo>
                <a:lnTo>
                  <a:pt x="8743939" y="272701"/>
                </a:lnTo>
                <a:lnTo>
                  <a:pt x="8723124" y="231246"/>
                </a:lnTo>
                <a:lnTo>
                  <a:pt x="8705706" y="187963"/>
                </a:lnTo>
                <a:lnTo>
                  <a:pt x="8691858" y="143026"/>
                </a:lnTo>
                <a:lnTo>
                  <a:pt x="8681752" y="96605"/>
                </a:lnTo>
                <a:lnTo>
                  <a:pt x="8675562" y="48872"/>
                </a:lnTo>
                <a:lnTo>
                  <a:pt x="867346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Content Placeholder 3"/>
          <p:cNvSpPr>
            <a:spLocks noGrp="1"/>
          </p:cNvSpPr>
          <p:nvPr>
            <p:ph sz="quarter" idx="10"/>
          </p:nvPr>
        </p:nvSpPr>
        <p:spPr>
          <a:xfrm>
            <a:off x="385299" y="5768975"/>
            <a:ext cx="5627171" cy="7096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922943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/>
                </a:solidFill>
              </a:defRPr>
            </a:lvl1pPr>
          </a:lstStyle>
          <a:p>
            <a:fld id="{59A9DB25-FDD1-47D4-AFDB-AF6782549F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0628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4" y="6584738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1" i="0">
                <a:solidFill>
                  <a:schemeClr val="bg1">
                    <a:lumMod val="50000"/>
                  </a:schemeClr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464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798" r:id="rId4"/>
    <p:sldLayoutId id="2147483806" r:id="rId5"/>
    <p:sldLayoutId id="2147483709" r:id="rId6"/>
    <p:sldLayoutId id="2147483822" r:id="rId7"/>
    <p:sldLayoutId id="2147483802" r:id="rId8"/>
    <p:sldLayoutId id="2147483792" r:id="rId9"/>
    <p:sldLayoutId id="2147483810" r:id="rId10"/>
    <p:sldLayoutId id="2147483804" r:id="rId11"/>
    <p:sldLayoutId id="2147483821" r:id="rId12"/>
    <p:sldLayoutId id="2147483824" r:id="rId13"/>
    <p:sldLayoutId id="2147483828" r:id="rId14"/>
    <p:sldLayoutId id="2147483853" r:id="rId15"/>
    <p:sldLayoutId id="2147483899" r:id="rId16"/>
    <p:sldLayoutId id="2147483832" r:id="rId17"/>
    <p:sldLayoutId id="2147483833" r:id="rId18"/>
    <p:sldLayoutId id="2147483836" r:id="rId19"/>
    <p:sldLayoutId id="2147483852" r:id="rId20"/>
    <p:sldLayoutId id="2147483900" r:id="rId21"/>
    <p:sldLayoutId id="2147483820" r:id="rId22"/>
    <p:sldLayoutId id="2147483842" r:id="rId23"/>
    <p:sldLayoutId id="2147483845" r:id="rId24"/>
    <p:sldLayoutId id="2147483851" r:id="rId25"/>
    <p:sldLayoutId id="2147483901" r:id="rId26"/>
    <p:sldLayoutId id="2147483650" r:id="rId27"/>
    <p:sldLayoutId id="2147483734" r:id="rId28"/>
    <p:sldLayoutId id="2147483796" r:id="rId29"/>
    <p:sldLayoutId id="2147483719" r:id="rId30"/>
    <p:sldLayoutId id="2147483721" r:id="rId31"/>
    <p:sldLayoutId id="2147483724" r:id="rId32"/>
    <p:sldLayoutId id="2147483797" r:id="rId33"/>
    <p:sldLayoutId id="2147483814" r:id="rId34"/>
    <p:sldLayoutId id="2147483902" r:id="rId35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i="0" kern="1200" cap="none" baseline="0">
          <a:solidFill>
            <a:schemeClr val="tx1"/>
          </a:solidFill>
          <a:latin typeface="Krana Fat B" panose="00000B00000000000000" pitchFamily="50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15000"/>
        <a:buFontTx/>
        <a:buNone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7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7"/>
        </a:buBlip>
        <a:tabLst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7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7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" userDrawn="1">
          <p15:clr>
            <a:srgbClr val="F26B43"/>
          </p15:clr>
        </p15:guide>
        <p15:guide id="2" orient="horz" pos="4081" userDrawn="1">
          <p15:clr>
            <a:srgbClr val="F26B43"/>
          </p15:clr>
        </p15:guide>
        <p15:guide id="3" pos="237" userDrawn="1">
          <p15:clr>
            <a:srgbClr val="F26B43"/>
          </p15:clr>
        </p15:guide>
        <p15:guide id="4" pos="732" userDrawn="1">
          <p15:clr>
            <a:srgbClr val="F26B43"/>
          </p15:clr>
        </p15:guide>
        <p15:guide id="5" pos="850" userDrawn="1">
          <p15:clr>
            <a:srgbClr val="F26B43"/>
          </p15:clr>
        </p15:guide>
        <p15:guide id="6" pos="1345" userDrawn="1">
          <p15:clr>
            <a:srgbClr val="F26B43"/>
          </p15:clr>
        </p15:guide>
        <p15:guide id="7" pos="1460" userDrawn="1">
          <p15:clr>
            <a:srgbClr val="F26B43"/>
          </p15:clr>
        </p15:guide>
        <p15:guide id="8" pos="1954" userDrawn="1">
          <p15:clr>
            <a:srgbClr val="F26B43"/>
          </p15:clr>
        </p15:guide>
        <p15:guide id="9" pos="2069" userDrawn="1">
          <p15:clr>
            <a:srgbClr val="F26B43"/>
          </p15:clr>
        </p15:guide>
        <p15:guide id="10" pos="2564" userDrawn="1">
          <p15:clr>
            <a:srgbClr val="F26B43"/>
          </p15:clr>
        </p15:guide>
        <p15:guide id="11" pos="2683" userDrawn="1">
          <p15:clr>
            <a:srgbClr val="F26B43"/>
          </p15:clr>
        </p15:guide>
        <p15:guide id="12" pos="3173" userDrawn="1">
          <p15:clr>
            <a:srgbClr val="F26B43"/>
          </p15:clr>
        </p15:guide>
        <p15:guide id="13" pos="3288" userDrawn="1">
          <p15:clr>
            <a:srgbClr val="F26B43"/>
          </p15:clr>
        </p15:guide>
        <p15:guide id="14" pos="3782" userDrawn="1">
          <p15:clr>
            <a:srgbClr val="F26B43"/>
          </p15:clr>
        </p15:guide>
        <p15:guide id="15" pos="3897" userDrawn="1">
          <p15:clr>
            <a:srgbClr val="F26B43"/>
          </p15:clr>
        </p15:guide>
        <p15:guide id="16" pos="4392" userDrawn="1">
          <p15:clr>
            <a:srgbClr val="F26B43"/>
          </p15:clr>
        </p15:guide>
        <p15:guide id="17" pos="4506" userDrawn="1">
          <p15:clr>
            <a:srgbClr val="F26B43"/>
          </p15:clr>
        </p15:guide>
        <p15:guide id="18" pos="5001" userDrawn="1">
          <p15:clr>
            <a:srgbClr val="F26B43"/>
          </p15:clr>
        </p15:guide>
        <p15:guide id="19" pos="5115" userDrawn="1">
          <p15:clr>
            <a:srgbClr val="F26B43"/>
          </p15:clr>
        </p15:guide>
        <p15:guide id="20" pos="5610" userDrawn="1">
          <p15:clr>
            <a:srgbClr val="F26B43"/>
          </p15:clr>
        </p15:guide>
        <p15:guide id="21" pos="5725" userDrawn="1">
          <p15:clr>
            <a:srgbClr val="F26B43"/>
          </p15:clr>
        </p15:guide>
        <p15:guide id="22" pos="6220" userDrawn="1">
          <p15:clr>
            <a:srgbClr val="F26B43"/>
          </p15:clr>
        </p15:guide>
        <p15:guide id="23" pos="6334" userDrawn="1">
          <p15:clr>
            <a:srgbClr val="F26B43"/>
          </p15:clr>
        </p15:guide>
        <p15:guide id="24" pos="6829" userDrawn="1">
          <p15:clr>
            <a:srgbClr val="F26B43"/>
          </p15:clr>
        </p15:guide>
        <p15:guide id="25" pos="6943" userDrawn="1">
          <p15:clr>
            <a:srgbClr val="F26B43"/>
          </p15:clr>
        </p15:guide>
        <p15:guide id="26" pos="7438" userDrawn="1">
          <p15:clr>
            <a:srgbClr val="F26B43"/>
          </p15:clr>
        </p15:guide>
        <p15:guide id="27" pos="3840" userDrawn="1">
          <p15:clr>
            <a:srgbClr val="9FCC3B"/>
          </p15:clr>
        </p15:guide>
        <p15:guide id="28" orient="horz" pos="2160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Relationship Id="rId4" Type="http://schemas.openxmlformats.org/officeDocument/2006/relationships/hyperlink" Target="/demo2.html?page=inputtingData.htm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Relationship Id="rId5" Type="http://schemas.openxmlformats.org/officeDocument/2006/relationships/hyperlink" Target="/page3.html" TargetMode="Externa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body" sz="quarter" idx="12"/>
          </p:nvPr>
        </p:nvSpPr>
        <p:spPr>
          <a:xfrm>
            <a:off x="385300" y="5306004"/>
            <a:ext cx="3534471" cy="1186921"/>
          </a:xfrm>
        </p:spPr>
        <p:txBody>
          <a:bodyPr/>
          <a:lstStyle/>
          <a:p>
            <a:r>
              <a:rPr lang="en-GB" sz="2000" dirty="0"/>
              <a:t>HTML and CSS</a:t>
            </a:r>
            <a:br>
              <a:rPr lang="en-GB" sz="2000" dirty="0"/>
            </a:br>
            <a:endParaRPr lang="en-GB" sz="2000" dirty="0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5301" y="1914129"/>
            <a:ext cx="3592020" cy="2277604"/>
          </a:xfrm>
        </p:spPr>
        <p:txBody>
          <a:bodyPr>
            <a:normAutofit/>
          </a:bodyPr>
          <a:lstStyle/>
          <a:p>
            <a:r>
              <a:rPr lang="en-GB" dirty="0"/>
              <a:t>Web </a:t>
            </a:r>
            <a:br>
              <a:rPr lang="en-GB" dirty="0"/>
            </a:br>
            <a:r>
              <a:rPr lang="en-GB" dirty="0"/>
              <a:t>Development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376239" y="1556247"/>
            <a:ext cx="5810250" cy="2277604"/>
          </a:xfrm>
        </p:spPr>
        <p:txBody>
          <a:bodyPr/>
          <a:lstStyle/>
          <a:p>
            <a:r>
              <a:rPr lang="en-US"/>
              <a:t>Get </a:t>
            </a:r>
            <a:r>
              <a:rPr lang="en-US" dirty="0"/>
              <a:t>user input using Forms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9890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6991A8-C53B-4205-9581-515B3F36B9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4"/>
            <a:ext cx="6324962" cy="5119407"/>
          </a:xfrm>
        </p:spPr>
        <p:txBody>
          <a:bodyPr/>
          <a:lstStyle/>
          <a:p>
            <a:r>
              <a:rPr lang="en-GB" b="1" dirty="0"/>
              <a:t>In this chapter you will learn how to:</a:t>
            </a:r>
          </a:p>
          <a:p>
            <a:pPr marL="342900" lvl="1" indent="-342900">
              <a:buSzPct val="115000"/>
            </a:pPr>
            <a:r>
              <a:rPr lang="en-GB" dirty="0"/>
              <a:t>Use forms to get user input</a:t>
            </a:r>
          </a:p>
          <a:p>
            <a:pPr marL="342900" lvl="1" indent="-342900">
              <a:buSzPct val="115000"/>
            </a:pPr>
            <a:r>
              <a:rPr lang="en-GB" dirty="0"/>
              <a:t>Deploy various HTML elements to interact with users</a:t>
            </a:r>
          </a:p>
          <a:p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FD8C4C5-47DA-4B99-AB2C-D87E1C663E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Objectives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094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Radio buttons and Check boxes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34211" y="1362000"/>
            <a:ext cx="7725767" cy="1754326"/>
          </a:xfrm>
          <a:prstGeom prst="rect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b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h3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 a drink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h3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="radio"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="drink"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="t"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Tea</a:t>
            </a:r>
          </a:p>
          <a:p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="radio"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="drink"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="c"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checked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Coffee</a:t>
            </a:r>
          </a:p>
          <a:p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="radio"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="drink"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="s"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Soup</a:t>
            </a:r>
            <a:b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endParaRPr lang="en-GB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5561" y="1715376"/>
            <a:ext cx="2870660" cy="1076497"/>
          </a:xfrm>
          <a:prstGeom prst="rect">
            <a:avLst/>
          </a:prstGeom>
          <a:ln w="25400">
            <a:solidFill>
              <a:srgbClr val="004050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5561" y="4179171"/>
            <a:ext cx="1841960" cy="1031498"/>
          </a:xfrm>
          <a:prstGeom prst="rect">
            <a:avLst/>
          </a:prstGeom>
          <a:ln w="25400">
            <a:solidFill>
              <a:srgbClr val="004050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2854961" y="1919346"/>
            <a:ext cx="1635760" cy="978177"/>
          </a:xfrm>
          <a:prstGeom prst="roundRect">
            <a:avLst/>
          </a:prstGeom>
          <a:noFill/>
          <a:ln w="25400">
            <a:solidFill>
              <a:srgbClr val="08D6A5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FBD448-1075-4A29-B273-F25DE4A043F3}"/>
              </a:ext>
            </a:extLst>
          </p:cNvPr>
          <p:cNvSpPr/>
          <p:nvPr/>
        </p:nvSpPr>
        <p:spPr>
          <a:xfrm>
            <a:off x="334211" y="3924577"/>
            <a:ext cx="7725767" cy="1446550"/>
          </a:xfrm>
          <a:prstGeom prst="rect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b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h3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Other options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h3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="checkbox"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="milk"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="y"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Milk</a:t>
            </a:r>
          </a:p>
          <a:p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="checkbox"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="sugar"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="y"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Sugar</a:t>
            </a:r>
          </a:p>
          <a:p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3201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More user input elements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3915" y="1385352"/>
            <a:ext cx="7183099" cy="31393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Name: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="text"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="name"&gt;</a:t>
            </a:r>
          </a:p>
          <a:p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DOB: 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="date"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="dob"&gt;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email: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="email"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="email"&gt;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url: 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url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url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speed: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="range"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="speed"&gt;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Age: 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="number"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="age"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min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="1"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max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="65"&gt;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Oval Callout 7"/>
          <p:cNvSpPr/>
          <p:nvPr/>
        </p:nvSpPr>
        <p:spPr>
          <a:xfrm>
            <a:off x="7425510" y="4868754"/>
            <a:ext cx="2571750" cy="949725"/>
          </a:xfrm>
          <a:prstGeom prst="wedgeEllipseCallout">
            <a:avLst>
              <a:gd name="adj1" fmla="val 10785"/>
              <a:gd name="adj2" fmla="val -79500"/>
            </a:avLst>
          </a:prstGeom>
          <a:solidFill>
            <a:srgbClr val="09EDB8"/>
          </a:solidFill>
          <a:ln w="25400">
            <a:noFill/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  <a:cs typeface="Arial" pitchFamily="34" charset="0"/>
              </a:rPr>
              <a:t>Self-validating elements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931461-FE48-4306-B519-0E3BCC49C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645" y="1469112"/>
            <a:ext cx="2571750" cy="2971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Oval 4">
            <a:hlinkClick r:id="rId4" action="ppaction://hlinkfile"/>
            <a:extLst>
              <a:ext uri="{FF2B5EF4-FFF2-40B4-BE49-F238E27FC236}">
                <a16:creationId xmlns:a16="http://schemas.microsoft.com/office/drawing/2014/main" id="{F8A264A8-FCAC-4084-32CD-F28624C1D3FF}"/>
              </a:ext>
            </a:extLst>
          </p:cNvPr>
          <p:cNvSpPr/>
          <p:nvPr/>
        </p:nvSpPr>
        <p:spPr>
          <a:xfrm>
            <a:off x="9774195" y="6162559"/>
            <a:ext cx="1272746" cy="386521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b="1" dirty="0"/>
              <a:t>Demo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29499570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9ACCC0-3DEF-4AD2-03F2-C5397F19ED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F892D59-8F09-EF4B-AD6D-DA609442F868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306AD29-575A-B9FB-A14D-4395F1055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dirty="0">
                <a:solidFill>
                  <a:srgbClr val="800000"/>
                </a:solidFill>
                <a:latin typeface="Consolas" panose="020B0609020204030204" pitchFamily="49" charset="0"/>
              </a:rPr>
              <a:t>label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for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dirty="0"/>
              <a:t>id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"&gt;&lt;/</a:t>
            </a:r>
            <a:r>
              <a:rPr lang="en-GB" dirty="0">
                <a:solidFill>
                  <a:srgbClr val="800000"/>
                </a:solidFill>
                <a:latin typeface="Consolas" panose="020B0609020204030204" pitchFamily="49" charset="0"/>
              </a:rPr>
              <a:t>label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F27C8D-7020-E26C-CF5E-8C20DD550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Improved Accessibility (Screen Readers)</a:t>
            </a:r>
            <a:br>
              <a:rPr lang="en-GB" dirty="0"/>
            </a:br>
            <a:r>
              <a:rPr lang="en-GB" dirty="0"/>
              <a:t>Screen readers will read the label text when the input is focused.</a:t>
            </a:r>
            <a:br>
              <a:rPr lang="en-GB" dirty="0"/>
            </a:b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Larger Click Target</a:t>
            </a:r>
          </a:p>
          <a:p>
            <a:pPr marL="698500" lvl="1" indent="-342900">
              <a:buFont typeface="Arial" panose="020B0604020202020204" pitchFamily="34" charset="0"/>
              <a:buChar char="•"/>
            </a:pPr>
            <a:r>
              <a:rPr lang="en-GB" dirty="0"/>
              <a:t>Clicking on the label focuses/selects the associated input. </a:t>
            </a:r>
          </a:p>
          <a:p>
            <a:pPr marL="698500" lvl="1" indent="-342900">
              <a:buFont typeface="Arial" panose="020B0604020202020204" pitchFamily="34" charset="0"/>
              <a:buChar char="•"/>
            </a:pPr>
            <a:r>
              <a:rPr lang="en-GB" dirty="0"/>
              <a:t>Useful for small radio buttons and checkboxes.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CB9E3A-9626-B060-FFA0-3C7697E2B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1460" y="4091421"/>
            <a:ext cx="1631039" cy="709147"/>
          </a:xfrm>
          <a:prstGeom prst="rect">
            <a:avLst/>
          </a:prstGeom>
        </p:spPr>
      </p:pic>
      <p:pic>
        <p:nvPicPr>
          <p:cNvPr id="8" name="Graphic 7" descr="Cursor with solid fill">
            <a:extLst>
              <a:ext uri="{FF2B5EF4-FFF2-40B4-BE49-F238E27FC236}">
                <a16:creationId xmlns:a16="http://schemas.microsoft.com/office/drawing/2014/main" id="{914FBB86-620E-AF96-5A7D-8074F8E5F9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05946" y="4561670"/>
            <a:ext cx="477795" cy="4777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F150E64-035A-28E4-FB53-BB4824D513AB}"/>
              </a:ext>
            </a:extLst>
          </p:cNvPr>
          <p:cNvSpPr txBox="1"/>
          <p:nvPr/>
        </p:nvSpPr>
        <p:spPr>
          <a:xfrm>
            <a:off x="9609599" y="4841753"/>
            <a:ext cx="914400" cy="914400"/>
          </a:xfrm>
          <a:prstGeom prst="rect">
            <a:avLst/>
          </a:prstGeom>
        </p:spPr>
        <p:txBody>
          <a:bodyPr vert="horz" wrap="none" lIns="0" tIns="0" rIns="0" bIns="0" rtlCol="0" anchor="t" anchorCtr="0">
            <a:normAutofit/>
          </a:bodyPr>
          <a:lstStyle/>
          <a:p>
            <a:pPr algn="l"/>
            <a:r>
              <a:rPr lang="en-GB" dirty="0"/>
              <a:t>Click!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827C8A-BA6C-F608-0F2B-819A846772BF}"/>
              </a:ext>
            </a:extLst>
          </p:cNvPr>
          <p:cNvSpPr txBox="1"/>
          <p:nvPr/>
        </p:nvSpPr>
        <p:spPr>
          <a:xfrm>
            <a:off x="1203410" y="4184574"/>
            <a:ext cx="6098058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="radio"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="student"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="role"&gt;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label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for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="student"&gt;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Student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label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6901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24246A-416E-DA8D-6548-D4A3EE225F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F892D59-8F09-EF4B-AD6D-DA609442F868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7AFE78-D2E4-1D5E-548B-734A0782D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fieldset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2AA109-0169-5791-342C-4BBB37179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fieldset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dirty="0"/>
              <a:t> puts a box around the grouped items.</a:t>
            </a:r>
          </a:p>
          <a:p>
            <a:r>
              <a:rPr lang="en-GB" dirty="0"/>
              <a:t>The 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legend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dirty="0"/>
              <a:t> appears as a label on that box.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5B3244-1A60-C214-6C33-3FD5FBE47A6F}"/>
              </a:ext>
            </a:extLst>
          </p:cNvPr>
          <p:cNvSpPr txBox="1"/>
          <p:nvPr/>
        </p:nvSpPr>
        <p:spPr>
          <a:xfrm>
            <a:off x="997808" y="2230984"/>
            <a:ext cx="7095868" cy="258532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fieldset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legend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Personal Information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legend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label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for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="name"&gt;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Name: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label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="text"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="name"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="name"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label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for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="email"&gt;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Email: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label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="email"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="email"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="email"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fieldset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375C458-10F7-55F4-97FB-EE6301A07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274" y="5117458"/>
            <a:ext cx="7445155" cy="107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333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F948DE-9BA4-4416-B213-36446EDA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3600" b="1" dirty="0">
                <a:solidFill>
                  <a:srgbClr val="800000"/>
                </a:solidFill>
                <a:latin typeface="Consolas" panose="020B0609020204030204" pitchFamily="49" charset="0"/>
              </a:rPr>
              <a:t>form</a:t>
            </a:r>
            <a:r>
              <a:rPr lang="en-GB" sz="3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dirty="0"/>
              <a:t> Tag – Get user input by using the </a:t>
            </a:r>
            <a:r>
              <a:rPr lang="en-GB" b="1" dirty="0">
                <a:solidFill>
                  <a:srgbClr val="C00000"/>
                </a:solidFill>
              </a:rPr>
              <a:t>GET</a:t>
            </a:r>
            <a:r>
              <a:rPr lang="en-GB" dirty="0"/>
              <a:t> method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07F417-D4A5-43B4-B913-307CBB5CDCE9}"/>
              </a:ext>
            </a:extLst>
          </p:cNvPr>
          <p:cNvSpPr txBox="1"/>
          <p:nvPr/>
        </p:nvSpPr>
        <p:spPr>
          <a:xfrm>
            <a:off x="583800" y="2392505"/>
            <a:ext cx="10856360" cy="23083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2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form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method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="get"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action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="http://qa.somee.com/MoreDetails.aspx"&gt;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Name: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="text"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="name"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Age: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="number"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="age"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email: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="email"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="email"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button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Save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button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form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3A497C-7062-673E-232A-A0F40C95F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9835" y="1766684"/>
            <a:ext cx="7251286" cy="501323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AC9429D-846E-2212-72B7-28859E6B87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" y="4949825"/>
            <a:ext cx="10973435" cy="5013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581EEA97-6368-1803-0243-0C6C301EE1C9}"/>
              </a:ext>
            </a:extLst>
          </p:cNvPr>
          <p:cNvSpPr/>
          <p:nvPr/>
        </p:nvSpPr>
        <p:spPr>
          <a:xfrm>
            <a:off x="4958081" y="5710480"/>
            <a:ext cx="5547360" cy="883360"/>
          </a:xfrm>
          <a:prstGeom prst="wedgeRoundRectCallout">
            <a:avLst>
              <a:gd name="adj1" fmla="val -33830"/>
              <a:gd name="adj2" fmla="val -71320"/>
              <a:gd name="adj3" fmla="val 16667"/>
            </a:avLst>
          </a:prstGeom>
          <a:solidFill>
            <a:schemeClr val="accent1">
              <a:lumMod val="25000"/>
              <a:lumOff val="7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Uses Query string to send info to a server-side code, but… </a:t>
            </a:r>
          </a:p>
          <a:p>
            <a:pPr algn="ctr"/>
            <a:r>
              <a:rPr lang="en-GB" sz="1200" b="1" dirty="0">
                <a:solidFill>
                  <a:schemeClr val="tx1"/>
                </a:solidFill>
              </a:rPr>
              <a:t>There is a limit to how much text can be put here, </a:t>
            </a:r>
            <a:br>
              <a:rPr lang="en-GB" sz="1200" b="1" dirty="0">
                <a:solidFill>
                  <a:schemeClr val="tx1"/>
                </a:solidFill>
              </a:rPr>
            </a:br>
            <a:r>
              <a:rPr lang="en-GB" sz="1200" b="1" dirty="0">
                <a:solidFill>
                  <a:schemeClr val="tx1"/>
                </a:solidFill>
              </a:rPr>
              <a:t>and users can modify the text</a:t>
            </a:r>
          </a:p>
        </p:txBody>
      </p:sp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D445B807-6FBD-5135-DBC5-4004F39AD7DF}"/>
              </a:ext>
            </a:extLst>
          </p:cNvPr>
          <p:cNvSpPr/>
          <p:nvPr/>
        </p:nvSpPr>
        <p:spPr>
          <a:xfrm>
            <a:off x="1270001" y="1575360"/>
            <a:ext cx="2286000" cy="585462"/>
          </a:xfrm>
          <a:prstGeom prst="wedgeRoundRectCallout">
            <a:avLst>
              <a:gd name="adj1" fmla="val 31948"/>
              <a:gd name="adj2" fmla="val 116101"/>
              <a:gd name="adj3" fmla="val 16667"/>
            </a:avLst>
          </a:prstGeom>
          <a:solidFill>
            <a:schemeClr val="accent1">
              <a:lumMod val="25000"/>
              <a:lumOff val="7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Using the GET method</a:t>
            </a:r>
          </a:p>
        </p:txBody>
      </p:sp>
    </p:spTree>
    <p:extLst>
      <p:ext uri="{BB962C8B-B14F-4D97-AF65-F5344CB8AC3E}">
        <p14:creationId xmlns:p14="http://schemas.microsoft.com/office/powerpoint/2010/main" val="3629939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F948DE-9BA4-4416-B213-36446EDA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3600" b="1" dirty="0">
                <a:solidFill>
                  <a:srgbClr val="800000"/>
                </a:solidFill>
                <a:latin typeface="Consolas" panose="020B0609020204030204" pitchFamily="49" charset="0"/>
              </a:rPr>
              <a:t>form</a:t>
            </a:r>
            <a:r>
              <a:rPr lang="en-GB" sz="3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dirty="0"/>
              <a:t> Tag – Get user input using the </a:t>
            </a:r>
            <a:r>
              <a:rPr lang="en-GB" b="1" dirty="0">
                <a:solidFill>
                  <a:srgbClr val="C00000"/>
                </a:solidFill>
              </a:rPr>
              <a:t>POST</a:t>
            </a:r>
            <a:r>
              <a:rPr lang="en-GB" dirty="0"/>
              <a:t> method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07F417-D4A5-43B4-B913-307CBB5CDCE9}"/>
              </a:ext>
            </a:extLst>
          </p:cNvPr>
          <p:cNvSpPr txBox="1"/>
          <p:nvPr/>
        </p:nvSpPr>
        <p:spPr>
          <a:xfrm>
            <a:off x="583800" y="2443305"/>
            <a:ext cx="10856360" cy="23083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2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form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method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="post"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action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="http://qa.somee.com/MoreDetails.aspx"&gt;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Name: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="text"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="name"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Age: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="number"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="age"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email: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="email"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="email"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button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Save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button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form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3A497C-7062-673E-232A-A0F40C95F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0249" y="1798881"/>
            <a:ext cx="6421911" cy="443984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99F54F1-F750-1A42-B8C6-A065EA9F34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00" y="4896500"/>
            <a:ext cx="10668000" cy="5600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990FAEA2-DF07-0DF9-CC34-28537021E030}"/>
              </a:ext>
            </a:extLst>
          </p:cNvPr>
          <p:cNvSpPr/>
          <p:nvPr/>
        </p:nvSpPr>
        <p:spPr>
          <a:xfrm>
            <a:off x="4785360" y="5710480"/>
            <a:ext cx="5232399" cy="585462"/>
          </a:xfrm>
          <a:prstGeom prst="wedgeRoundRectCallout">
            <a:avLst>
              <a:gd name="adj1" fmla="val -33830"/>
              <a:gd name="adj2" fmla="val -71320"/>
              <a:gd name="adj3" fmla="val 16667"/>
            </a:avLst>
          </a:prstGeom>
          <a:solidFill>
            <a:schemeClr val="accent1">
              <a:lumMod val="25000"/>
              <a:lumOff val="7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Sends info to a server-side code using the message body</a:t>
            </a:r>
            <a:br>
              <a:rPr lang="en-GB" sz="1200" b="1" dirty="0">
                <a:solidFill>
                  <a:schemeClr val="tx1"/>
                </a:solidFill>
              </a:rPr>
            </a:br>
            <a:r>
              <a:rPr lang="en-GB" sz="1200" b="1" dirty="0">
                <a:solidFill>
                  <a:schemeClr val="tx1"/>
                </a:solidFill>
              </a:rPr>
              <a:t>There is a no limit!, and user can not modify the data</a:t>
            </a: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AFC799BA-C8E5-CEF1-3E0E-FDC4E2B17891}"/>
              </a:ext>
            </a:extLst>
          </p:cNvPr>
          <p:cNvSpPr/>
          <p:nvPr/>
        </p:nvSpPr>
        <p:spPr>
          <a:xfrm>
            <a:off x="1270001" y="1803210"/>
            <a:ext cx="2286000" cy="510011"/>
          </a:xfrm>
          <a:prstGeom prst="wedgeRoundRectCallout">
            <a:avLst>
              <a:gd name="adj1" fmla="val 31948"/>
              <a:gd name="adj2" fmla="val 116101"/>
              <a:gd name="adj3" fmla="val 16667"/>
            </a:avLst>
          </a:prstGeom>
          <a:solidFill>
            <a:schemeClr val="accent1">
              <a:lumMod val="25000"/>
              <a:lumOff val="7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Using the POST method</a:t>
            </a:r>
          </a:p>
        </p:txBody>
      </p:sp>
      <p:sp>
        <p:nvSpPr>
          <p:cNvPr id="3" name="Oval 2">
            <a:hlinkClick r:id="rId5" action="ppaction://hlinkfile"/>
            <a:extLst>
              <a:ext uri="{FF2B5EF4-FFF2-40B4-BE49-F238E27FC236}">
                <a16:creationId xmlns:a16="http://schemas.microsoft.com/office/drawing/2014/main" id="{3CA84DE2-A38C-90E5-9B81-477D7C16CE35}"/>
              </a:ext>
            </a:extLst>
          </p:cNvPr>
          <p:cNvSpPr/>
          <p:nvPr/>
        </p:nvSpPr>
        <p:spPr>
          <a:xfrm>
            <a:off x="10940716" y="6176211"/>
            <a:ext cx="917073" cy="501323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b="1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774565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B10D3-CCB0-486B-A892-2A1976E65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  <a:br>
              <a:rPr lang="en-GB" dirty="0"/>
            </a:br>
            <a:endParaRPr lang="en-I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9AF60AE-7F38-4DAE-A501-878EAAB17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In this chapter you learned how to:</a:t>
            </a:r>
          </a:p>
          <a:p>
            <a:pPr marL="342900" lvl="1" indent="-342900"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Create forms </a:t>
            </a:r>
          </a:p>
          <a:p>
            <a:pPr marL="684000" lvl="2" indent="-342900"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Method </a:t>
            </a:r>
          </a:p>
          <a:p>
            <a:pPr marL="342900" lvl="1" indent="-342900">
              <a:buSzPct val="115000"/>
              <a:buFont typeface="Arial" panose="020B0604020202020204" pitchFamily="34" charset="0"/>
              <a:buChar char="•"/>
            </a:pPr>
            <a:endParaRPr lang="en-GB" dirty="0"/>
          </a:p>
          <a:p>
            <a:pPr marL="342900" lvl="1" indent="-342900"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Use HTML elements to get the user input</a:t>
            </a:r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748745" y="3408947"/>
            <a:ext cx="8160478" cy="3046988"/>
          </a:xfrm>
          <a:prstGeom prst="rect">
            <a:avLst/>
          </a:prstGeom>
          <a:ln w="25400"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action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="Page2.html"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method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="get"&gt;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="radio"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="level"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="3"&gt;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Level-3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="radio"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="level"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="4"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checked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Level-4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="checkbox"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GB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CheckMilk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="Yes"&gt;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Milk</a:t>
            </a:r>
          </a:p>
          <a:p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="text"&gt;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nb-NO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nb-NO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nb-NO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nb-NO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nb-NO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b-NO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nb-NO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="number"</a:t>
            </a:r>
            <a:r>
              <a:rPr lang="nb-NO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b-NO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min</a:t>
            </a:r>
            <a:r>
              <a:rPr lang="nb-NO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="1"</a:t>
            </a:r>
            <a:r>
              <a:rPr lang="nb-NO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b-NO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max</a:t>
            </a:r>
            <a:r>
              <a:rPr lang="nb-NO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="9"&gt;</a:t>
            </a:r>
            <a:endParaRPr lang="nb-NO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GB" sz="16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498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A24B8B67-9B97-42B9-A1B8-8894C8713C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LAB</a:t>
            </a:r>
            <a:endParaRPr lang="en-IN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EF379256-1DAC-48EA-9C4A-D2045BD12E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In this lab you will </a:t>
            </a:r>
          </a:p>
          <a:p>
            <a:pPr marL="684000" lvl="1" indent="-342900">
              <a:buSzPct val="115000"/>
            </a:pPr>
            <a:r>
              <a:rPr lang="en-GB" dirty="0"/>
              <a:t>Gather student details using forms</a:t>
            </a:r>
          </a:p>
          <a:p>
            <a:pPr marL="684000" lvl="1" indent="-342900">
              <a:buSzPct val="115000"/>
            </a:pPr>
            <a:r>
              <a:rPr lang="en-GB" dirty="0"/>
              <a:t>You will use the get and post methods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Please refer to lab "Get user input using Forms"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Duration 20 minutes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618176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861ba5a240904b86632099fc56e12dead204a13"/>
</p:tagLst>
</file>

<file path=ppt/theme/theme1.xml><?xml version="1.0" encoding="utf-8"?>
<a:theme xmlns:a="http://schemas.openxmlformats.org/drawingml/2006/main" name="Master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 Fonts 2019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rainer Slidedeck Template DRAFT v0.1" id="{7AC1CA74-4441-42CA-9897-72DF6ED83A1A}" vid="{6017FA94-E546-4DB4-BF25-6AABB84AA04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Courseware" ma:contentTypeID="0x010100F0967B7CEE8D417F966757887D9466FB005CB7CECC996A5B448C70C3215DE65491" ma:contentTypeVersion="0" ma:contentTypeDescription="Base content type which represents courseware documents" ma:contentTypeScope="" ma:versionID="633ed7bf8a9769dc10b8af609c2e65e8">
  <xsd:schema xmlns:xsd="http://www.w3.org/2001/XMLSchema" xmlns:xs="http://www.w3.org/2001/XMLSchema" xmlns:p="http://schemas.microsoft.com/office/2006/metadata/properties" xmlns:ns2="B42EA499-AA80-4ED5-9ED5-37A17D3EB549" targetNamespace="http://schemas.microsoft.com/office/2006/metadata/properties" ma:root="true" ma:fieldsID="6641bdc0935a9ffdc34b1682c1e0febc" ns2:_="">
    <xsd:import namespace="B42EA499-AA80-4ED5-9ED5-37A17D3EB549"/>
    <xsd:element name="properties">
      <xsd:complexType>
        <xsd:sequence>
          <xsd:element name="documentManagement">
            <xsd:complexType>
              <xsd:all>
                <xsd:element ref="ns2:BookTypeField0" minOccurs="0"/>
                <xsd:element ref="ns2:SequenceNumber" minOccurs="0"/>
                <xsd:element ref="ns2:IsBuildFil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2EA499-AA80-4ED5-9ED5-37A17D3EB549" elementFormDefault="qualified">
    <xsd:import namespace="http://schemas.microsoft.com/office/2006/documentManagement/types"/>
    <xsd:import namespace="http://schemas.microsoft.com/office/infopath/2007/PartnerControls"/>
    <xsd:element name="BookTypeField0" ma:index="9" nillable="true" ma:taxonomy="true" ma:internalName="BookTypeField0" ma:taxonomyFieldName="BookType" ma:displayName="Book Type" ma:fieldId="{e7c6b654-e04e-4e45-9cfd-676dbef3a3c6}" ma:sspId="63102202-80dd-4165-b1ca-d09cf2756dc1" ma:termSetId="3300959e-7346-4208-831a-90b552f1677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equenceNumber" ma:index="10" nillable="true" ma:displayName="Sequence Number" ma:decimals="0" ma:internalName="SequenceNumber">
      <xsd:simpleType>
        <xsd:restriction base="dms:Number"/>
      </xsd:simpleType>
    </xsd:element>
    <xsd:element name="IsBuildFile" ma:index="11" nillable="true" ma:displayName="Is Build File" ma:hidden="true" ma:internalName="IsBuildFil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ookTypeField0 xmlns="B42EA499-AA80-4ED5-9ED5-37A17D3EB549">
      <Terms xmlns="http://schemas.microsoft.com/office/infopath/2007/PartnerControls">
        <TermInfo xmlns="http://schemas.microsoft.com/office/infopath/2007/PartnerControls">
          <TermName xmlns="http://schemas.microsoft.com/office/infopath/2007/PartnerControls">IK</TermName>
          <TermId xmlns="http://schemas.microsoft.com/office/infopath/2007/PartnerControls">5abe6401-e87a-4499-80b4-3d21a1a6ebd7</TermId>
        </TermInfo>
      </Terms>
    </BookTypeField0>
    <IsBuildFile xmlns="B42EA499-AA80-4ED5-9ED5-37A17D3EB549" xsi:nil="true"/>
    <SequenceNumber xmlns="B42EA499-AA80-4ED5-9ED5-37A17D3EB549" xsi:nil="true"/>
  </documentManagement>
</p:properties>
</file>

<file path=customXml/itemProps1.xml><?xml version="1.0" encoding="utf-8"?>
<ds:datastoreItem xmlns:ds="http://schemas.openxmlformats.org/officeDocument/2006/customXml" ds:itemID="{C61AA4EE-A6ED-4AEA-824C-BD011BF7CC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2EA499-AA80-4ED5-9ED5-37A17D3EB5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3969334-0241-46EA-81E4-111B2FEEC8A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223E08C-C723-468B-A5D9-C0A5AB1C8DC7}">
  <ds:schemaRefs>
    <ds:schemaRef ds:uri="http://purl.org/dc/dcmitype/"/>
    <ds:schemaRef ds:uri="http://www.w3.org/XML/1998/namespace"/>
    <ds:schemaRef ds:uri="http://schemas.microsoft.com/office/2006/documentManagement/types"/>
    <ds:schemaRef ds:uri="http://purl.org/dc/elements/1.1/"/>
    <ds:schemaRef ds:uri="B42EA499-AA80-4ED5-9ED5-37A17D3EB549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802</Words>
  <Application>Microsoft Office PowerPoint</Application>
  <PresentationFormat>Widescreen</PresentationFormat>
  <Paragraphs>108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Consolas</vt:lpstr>
      <vt:lpstr>Krana Fat B</vt:lpstr>
      <vt:lpstr>Montserrat</vt:lpstr>
      <vt:lpstr>Master</vt:lpstr>
      <vt:lpstr>Web  Development</vt:lpstr>
      <vt:lpstr>Get user input using Forms</vt:lpstr>
      <vt:lpstr>PowerPoint Presentation</vt:lpstr>
      <vt:lpstr>Radio buttons and Check boxes</vt:lpstr>
      <vt:lpstr>More user input elements </vt:lpstr>
      <vt:lpstr>&lt;label for="id"&gt;&lt;/label&gt;</vt:lpstr>
      <vt:lpstr>&lt;fieldset&gt;</vt:lpstr>
      <vt:lpstr>&lt;form&gt; Tag – Get user input by using the GET method</vt:lpstr>
      <vt:lpstr>&lt;form&gt; Tag – Get user input using the POST method</vt:lpstr>
      <vt:lpstr>Summary </vt:lpstr>
      <vt:lpstr>PowerPoint Presentation</vt:lpstr>
    </vt:vector>
  </TitlesOfParts>
  <Manager/>
  <Company>QA Ltd</Company>
  <LinksUpToDate>false</LinksUpToDate>
  <SharedDoc>false</SharedDoc>
  <HyperlinkBase>http://localhost:5055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Singh, Vaishali</dc:creator>
  <cp:keywords/>
  <dc:description/>
  <cp:lastModifiedBy>mike baradaran</cp:lastModifiedBy>
  <cp:revision>149</cp:revision>
  <cp:lastPrinted>2019-07-03T09:46:41Z</cp:lastPrinted>
  <dcterms:created xsi:type="dcterms:W3CDTF">2019-09-05T08:17:12Z</dcterms:created>
  <dcterms:modified xsi:type="dcterms:W3CDTF">2025-06-15T11:22:14Z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0x010100F0967B7CEE8D417F966757887D9466FB005CB7CECC996A5B448C70C3215DE65491</vt:lpwstr>
  </property>
  <property fmtid="{D5CDD505-2E9C-101B-9397-08002B2CF9AE}" pid="3" name="BookType">
    <vt:lpwstr>4</vt:lpwstr>
  </property>
</Properties>
</file>