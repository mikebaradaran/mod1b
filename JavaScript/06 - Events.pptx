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0"/>
  </p:notesMasterIdLst>
  <p:handoutMasterIdLst>
    <p:handoutMasterId r:id="rId21"/>
  </p:handoutMasterIdLst>
  <p:sldIdLst>
    <p:sldId id="491" r:id="rId5"/>
    <p:sldId id="493" r:id="rId6"/>
    <p:sldId id="456" r:id="rId7"/>
    <p:sldId id="457" r:id="rId8"/>
    <p:sldId id="458" r:id="rId9"/>
    <p:sldId id="473" r:id="rId10"/>
    <p:sldId id="474" r:id="rId11"/>
    <p:sldId id="541" r:id="rId12"/>
    <p:sldId id="542" r:id="rId13"/>
    <p:sldId id="494" r:id="rId14"/>
    <p:sldId id="535" r:id="rId15"/>
    <p:sldId id="459" r:id="rId16"/>
    <p:sldId id="467" r:id="rId17"/>
    <p:sldId id="468" r:id="rId18"/>
    <p:sldId id="469" r:id="rId19"/>
  </p:sldIdLst>
  <p:sldSz cx="12192000" cy="6858000"/>
  <p:notesSz cx="6645275" cy="9775825"/>
  <p:custDataLst>
    <p:tags r:id="rId2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orient="horz" pos="377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arrow, Joshua" initials="BJ" lastIdx="30" clrIdx="0">
    <p:extLst>
      <p:ext uri="{19B8F6BF-5375-455C-9EA6-DF929625EA0E}">
        <p15:presenceInfo xmlns:p15="http://schemas.microsoft.com/office/powerpoint/2012/main" userId="S-1-5-21-3476036342-1731177862-1559577602-51474" providerId="AD"/>
      </p:ext>
    </p:extLst>
  </p:cmAuthor>
  <p:cmAuthor id="2" name="Singh, Vaishali" initials="SV" lastIdx="7" clrIdx="1">
    <p:extLst>
      <p:ext uri="{19B8F6BF-5375-455C-9EA6-DF929625EA0E}">
        <p15:presenceInfo xmlns:p15="http://schemas.microsoft.com/office/powerpoint/2012/main" userId="S-1-5-21-3476036342-1731177862-1559577602-1552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8"/>
    <a:srgbClr val="28CFF9"/>
    <a:srgbClr val="004050"/>
    <a:srgbClr val="09EDB8"/>
    <a:srgbClr val="F91258"/>
    <a:srgbClr val="7E007C"/>
    <a:srgbClr val="F3622C"/>
    <a:srgbClr val="31D3AE"/>
    <a:srgbClr val="F3F3F3"/>
    <a:srgbClr val="F4F4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852" autoAdjust="0"/>
    <p:restoredTop sz="90283" autoAdjust="0"/>
  </p:normalViewPr>
  <p:slideViewPr>
    <p:cSldViewPr snapToGrid="0" snapToObjects="1" showGuides="1">
      <p:cViewPr varScale="1">
        <p:scale>
          <a:sx n="62" d="100"/>
          <a:sy n="62" d="100"/>
        </p:scale>
        <p:origin x="1906" y="274"/>
      </p:cViewPr>
      <p:guideLst>
        <p:guide pos="3840"/>
        <p:guide orient="horz" pos="37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showGuides="1">
      <p:cViewPr varScale="1">
        <p:scale>
          <a:sx n="82" d="100"/>
          <a:sy n="82" d="100"/>
        </p:scale>
        <p:origin x="3156" y="84"/>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gs" Target="tags/tag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2879725" cy="49053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sz="quarter" idx="1"/>
          </p:nvPr>
        </p:nvSpPr>
        <p:spPr>
          <a:xfrm>
            <a:off x="3763964" y="1"/>
            <a:ext cx="2879725" cy="490538"/>
          </a:xfrm>
          <a:prstGeom prst="rect">
            <a:avLst/>
          </a:prstGeom>
        </p:spPr>
        <p:txBody>
          <a:bodyPr vert="horz" lIns="91440" tIns="45720" rIns="91440" bIns="45720" rtlCol="0"/>
          <a:lstStyle>
            <a:lvl1pPr algn="r">
              <a:defRPr sz="1200"/>
            </a:lvl1pPr>
          </a:lstStyle>
          <a:p>
            <a:fld id="{86D088FE-3E68-47FE-8BA4-634CD34BABBC}" type="datetimeFigureOut">
              <a:rPr lang="en-GB" smtClean="0"/>
              <a:pPr/>
              <a:t>07/06/2025</a:t>
            </a:fld>
            <a:endParaRPr lang="en-GB"/>
          </a:p>
        </p:txBody>
      </p:sp>
      <p:sp>
        <p:nvSpPr>
          <p:cNvPr id="4" name="Footer Placeholder 3"/>
          <p:cNvSpPr>
            <a:spLocks noGrp="1"/>
          </p:cNvSpPr>
          <p:nvPr>
            <p:ph type="ftr" sz="quarter" idx="2"/>
          </p:nvPr>
        </p:nvSpPr>
        <p:spPr>
          <a:xfrm>
            <a:off x="1" y="9285289"/>
            <a:ext cx="2879725" cy="490536"/>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p:cNvSpPr>
            <a:spLocks noGrp="1"/>
          </p:cNvSpPr>
          <p:nvPr>
            <p:ph type="sldNum" sz="quarter" idx="3"/>
          </p:nvPr>
        </p:nvSpPr>
        <p:spPr>
          <a:xfrm>
            <a:off x="3763964" y="9285289"/>
            <a:ext cx="2879725" cy="490536"/>
          </a:xfrm>
          <a:prstGeom prst="rect">
            <a:avLst/>
          </a:prstGeom>
        </p:spPr>
        <p:txBody>
          <a:bodyPr vert="horz" lIns="91440" tIns="45720" rIns="91440" bIns="45720" rtlCol="0" anchor="b"/>
          <a:lstStyle>
            <a:lvl1pPr algn="r">
              <a:defRPr sz="1200"/>
            </a:lvl1pPr>
          </a:lstStyle>
          <a:p>
            <a:fld id="{29B31C5D-0DE0-4486-9782-41885BE58160}" type="slidenum">
              <a:rPr lang="en-GB" smtClean="0"/>
              <a:pPr/>
              <a:t>‹#›</a:t>
            </a:fld>
            <a:endParaRPr lang="en-GB"/>
          </a:p>
        </p:txBody>
      </p:sp>
    </p:spTree>
    <p:extLst>
      <p:ext uri="{BB962C8B-B14F-4D97-AF65-F5344CB8AC3E}">
        <p14:creationId xmlns:p14="http://schemas.microsoft.com/office/powerpoint/2010/main" val="29930825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2879619" cy="490489"/>
          </a:xfrm>
          <a:prstGeom prst="rect">
            <a:avLst/>
          </a:prstGeom>
        </p:spPr>
        <p:txBody>
          <a:bodyPr vert="horz" lIns="91440" tIns="45720" rIns="91440" bIns="45720" rtlCol="0"/>
          <a:lstStyle>
            <a:lvl1pPr algn="l">
              <a:defRPr sz="1200">
                <a:latin typeface="Montserrat" panose="00000500000000000000" pitchFamily="2" charset="0"/>
              </a:defRPr>
            </a:lvl1pPr>
          </a:lstStyle>
          <a:p>
            <a:endParaRPr lang="en-GB" dirty="0"/>
          </a:p>
        </p:txBody>
      </p:sp>
      <p:sp>
        <p:nvSpPr>
          <p:cNvPr id="3" name="Date Placeholder 2"/>
          <p:cNvSpPr>
            <a:spLocks noGrp="1"/>
          </p:cNvSpPr>
          <p:nvPr>
            <p:ph type="dt" idx="1"/>
          </p:nvPr>
        </p:nvSpPr>
        <p:spPr>
          <a:xfrm>
            <a:off x="3764119" y="0"/>
            <a:ext cx="2879619" cy="490489"/>
          </a:xfrm>
          <a:prstGeom prst="rect">
            <a:avLst/>
          </a:prstGeom>
        </p:spPr>
        <p:txBody>
          <a:bodyPr vert="horz" lIns="91440" tIns="45720" rIns="91440" bIns="45720" rtlCol="0"/>
          <a:lstStyle>
            <a:lvl1pPr algn="r">
              <a:defRPr sz="1200">
                <a:latin typeface="Montserrat" panose="00000500000000000000" pitchFamily="2" charset="0"/>
              </a:defRPr>
            </a:lvl1pPr>
          </a:lstStyle>
          <a:p>
            <a:fld id="{1D6B66C6-1E92-0F4E-A300-9D4ED1F0C23F}" type="datetimeFigureOut">
              <a:rPr lang="en-GB" smtClean="0"/>
              <a:pPr/>
              <a:t>07/06/2025</a:t>
            </a:fld>
            <a:endParaRPr lang="en-GB"/>
          </a:p>
        </p:txBody>
      </p:sp>
      <p:sp>
        <p:nvSpPr>
          <p:cNvPr id="4" name="Slide Image Placeholder 3"/>
          <p:cNvSpPr>
            <a:spLocks noGrp="1" noRot="1" noChangeAspect="1"/>
          </p:cNvSpPr>
          <p:nvPr>
            <p:ph type="sldImg" idx="2"/>
          </p:nvPr>
        </p:nvSpPr>
        <p:spPr>
          <a:xfrm>
            <a:off x="388938" y="1220788"/>
            <a:ext cx="5867400" cy="330041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64528" y="4704617"/>
            <a:ext cx="5316220" cy="3849231"/>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Footer Placeholder 5"/>
          <p:cNvSpPr>
            <a:spLocks noGrp="1"/>
          </p:cNvSpPr>
          <p:nvPr>
            <p:ph type="ftr" sz="quarter" idx="4"/>
          </p:nvPr>
        </p:nvSpPr>
        <p:spPr>
          <a:xfrm>
            <a:off x="1" y="9285339"/>
            <a:ext cx="2879619" cy="490488"/>
          </a:xfrm>
          <a:prstGeom prst="rect">
            <a:avLst/>
          </a:prstGeom>
        </p:spPr>
        <p:txBody>
          <a:bodyPr vert="horz" lIns="91440" tIns="45720" rIns="91440" bIns="45720" rtlCol="0" anchor="b"/>
          <a:lstStyle>
            <a:lvl1pPr algn="l">
              <a:defRPr sz="1200">
                <a:latin typeface="Montserrat" panose="00000500000000000000" pitchFamily="2" charset="0"/>
              </a:defRPr>
            </a:lvl1pPr>
          </a:lstStyle>
          <a:p>
            <a:endParaRPr lang="en-GB"/>
          </a:p>
        </p:txBody>
      </p:sp>
      <p:sp>
        <p:nvSpPr>
          <p:cNvPr id="7" name="Slide Number Placeholder 6"/>
          <p:cNvSpPr>
            <a:spLocks noGrp="1"/>
          </p:cNvSpPr>
          <p:nvPr>
            <p:ph type="sldNum" sz="quarter" idx="5"/>
          </p:nvPr>
        </p:nvSpPr>
        <p:spPr>
          <a:xfrm>
            <a:off x="3764119" y="9285339"/>
            <a:ext cx="2879619" cy="490488"/>
          </a:xfrm>
          <a:prstGeom prst="rect">
            <a:avLst/>
          </a:prstGeom>
        </p:spPr>
        <p:txBody>
          <a:bodyPr vert="horz" lIns="91440" tIns="45720" rIns="91440" bIns="45720" rtlCol="0" anchor="b"/>
          <a:lstStyle>
            <a:lvl1pPr algn="r">
              <a:defRPr sz="1200">
                <a:latin typeface="Montserrat" panose="00000500000000000000" pitchFamily="2" charset="0"/>
              </a:defRPr>
            </a:lvl1pPr>
          </a:lstStyle>
          <a:p>
            <a:fld id="{548901C6-1DA1-FB44-ABEE-06A0FEB7738E}" type="slidenum">
              <a:rPr lang="en-GB" smtClean="0"/>
              <a:pPr/>
              <a:t>‹#›</a:t>
            </a:fld>
            <a:endParaRPr lang="en-GB"/>
          </a:p>
        </p:txBody>
      </p:sp>
    </p:spTree>
    <p:extLst>
      <p:ext uri="{BB962C8B-B14F-4D97-AF65-F5344CB8AC3E}">
        <p14:creationId xmlns:p14="http://schemas.microsoft.com/office/powerpoint/2010/main" val="122767479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ontserrat" panose="00000500000000000000" pitchFamily="2" charset="0"/>
        <a:ea typeface="+mn-ea"/>
        <a:cs typeface="+mn-cs"/>
      </a:defRPr>
    </a:lvl1pPr>
    <a:lvl2pPr marL="457200" algn="l" defTabSz="914400" rtl="0" eaLnBrk="1" latinLnBrk="0" hangingPunct="1">
      <a:defRPr sz="1200" kern="1200">
        <a:solidFill>
          <a:schemeClr val="tx1"/>
        </a:solidFill>
        <a:latin typeface="Montserrat" panose="00000500000000000000" pitchFamily="2" charset="0"/>
        <a:ea typeface="+mn-ea"/>
        <a:cs typeface="+mn-cs"/>
      </a:defRPr>
    </a:lvl2pPr>
    <a:lvl3pPr marL="914400" algn="l" defTabSz="914400" rtl="0" eaLnBrk="1" latinLnBrk="0" hangingPunct="1">
      <a:defRPr sz="1200" kern="1200">
        <a:solidFill>
          <a:schemeClr val="tx1"/>
        </a:solidFill>
        <a:latin typeface="Montserrat" panose="00000500000000000000" pitchFamily="2" charset="0"/>
        <a:ea typeface="+mn-ea"/>
        <a:cs typeface="+mn-cs"/>
      </a:defRPr>
    </a:lvl3pPr>
    <a:lvl4pPr marL="1371600" algn="l" defTabSz="914400" rtl="0" eaLnBrk="1" latinLnBrk="0" hangingPunct="1">
      <a:defRPr sz="1200" kern="1200">
        <a:solidFill>
          <a:schemeClr val="tx1"/>
        </a:solidFill>
        <a:latin typeface="Montserrat" panose="00000500000000000000" pitchFamily="2" charset="0"/>
        <a:ea typeface="+mn-ea"/>
        <a:cs typeface="+mn-cs"/>
      </a:defRPr>
    </a:lvl4pPr>
    <a:lvl5pPr marL="1828800" algn="l" defTabSz="914400" rtl="0" eaLnBrk="1" latinLnBrk="0" hangingPunct="1">
      <a:defRPr sz="1200" kern="1200">
        <a:solidFill>
          <a:schemeClr val="tx1"/>
        </a:solidFill>
        <a:latin typeface="Montserrat" panose="00000500000000000000"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a:t>
            </a:fld>
            <a:endParaRPr lang="en-GB"/>
          </a:p>
        </p:txBody>
      </p:sp>
    </p:spTree>
    <p:extLst>
      <p:ext uri="{BB962C8B-B14F-4D97-AF65-F5344CB8AC3E}">
        <p14:creationId xmlns:p14="http://schemas.microsoft.com/office/powerpoint/2010/main" val="4111323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2</a:t>
            </a:fld>
            <a:endParaRPr lang="en-GB"/>
          </a:p>
        </p:txBody>
      </p:sp>
    </p:spTree>
    <p:extLst>
      <p:ext uri="{BB962C8B-B14F-4D97-AF65-F5344CB8AC3E}">
        <p14:creationId xmlns:p14="http://schemas.microsoft.com/office/powerpoint/2010/main" val="752628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body" idx="1"/>
          </p:nvPr>
        </p:nvSpPr>
        <p:spPr>
          <a:noFill/>
          <a:ln/>
        </p:spPr>
        <p:txBody>
          <a:bodyPr lIns="90477" tIns="45239" rIns="90477" bIns="45239"/>
          <a:lstStyle/>
          <a:p>
            <a:r>
              <a:rPr lang="en-US" dirty="0"/>
              <a:t>You can attach JavaScript code to some HTML elements such as forms and buttons.  When this is done, the  code fragments will execute not when they are encountered but when specified events occur.  Example events are when a document has completed loading, or when a button has been pressed.</a:t>
            </a:r>
          </a:p>
          <a:p>
            <a:r>
              <a:rPr lang="en-US" dirty="0"/>
              <a:t>Each type of component has a different set of events that it </a:t>
            </a:r>
            <a:r>
              <a:rPr lang="en-US" dirty="0" err="1"/>
              <a:t>recognises</a:t>
            </a:r>
            <a:r>
              <a:rPr lang="en-US" dirty="0"/>
              <a:t>.</a:t>
            </a:r>
          </a:p>
          <a:p>
            <a:r>
              <a:rPr lang="en-US" dirty="0"/>
              <a:t>A particular use of events comes in validation.  Client-side scripts can be used with forms to provide locally executed validation before submission to a server-side script.  In order to do this, some JavaScript code is attached to a form’s </a:t>
            </a:r>
            <a:r>
              <a:rPr lang="en-US" b="1" dirty="0">
                <a:latin typeface="Courier New" pitchFamily="49" charset="0"/>
              </a:rPr>
              <a:t>ONSUBMIT</a:t>
            </a:r>
            <a:r>
              <a:rPr lang="en-US" dirty="0"/>
              <a:t> event.</a:t>
            </a:r>
          </a:p>
        </p:txBody>
      </p:sp>
      <p:sp>
        <p:nvSpPr>
          <p:cNvPr id="45059"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EB6C0581-05B0-488E-8F7F-3E729FC0344A}"/>
              </a:ext>
            </a:extLst>
          </p:cNvPr>
          <p:cNvSpPr>
            <a:spLocks noGrp="1"/>
          </p:cNvSpPr>
          <p:nvPr>
            <p:ph type="sldNum" sz="quarter" idx="5"/>
          </p:nvPr>
        </p:nvSpPr>
        <p:spPr/>
        <p:txBody>
          <a:bodyPr/>
          <a:lstStyle/>
          <a:p>
            <a:fld id="{548901C6-1DA1-FB44-ABEE-06A0FEB7738E}" type="slidenum">
              <a:rPr lang="en-GB" smtClean="0"/>
              <a:pPr/>
              <a:t>3</a:t>
            </a:fld>
            <a:endParaRPr lang="en-GB"/>
          </a:p>
        </p:txBody>
      </p:sp>
    </p:spTree>
    <p:extLst>
      <p:ext uri="{BB962C8B-B14F-4D97-AF65-F5344CB8AC3E}">
        <p14:creationId xmlns:p14="http://schemas.microsoft.com/office/powerpoint/2010/main" val="3650890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body" idx="1"/>
          </p:nvPr>
        </p:nvSpPr>
        <p:spPr>
          <a:noFill/>
          <a:ln/>
        </p:spPr>
        <p:txBody>
          <a:bodyPr lIns="90477" tIns="45239" rIns="90477" bIns="45239"/>
          <a:lstStyle/>
          <a:p>
            <a:r>
              <a:rPr lang="en-US"/>
              <a:t>The </a:t>
            </a:r>
            <a:r>
              <a:rPr lang="en-US" b="1">
                <a:latin typeface="Courier New" pitchFamily="49" charset="0"/>
              </a:rPr>
              <a:t>&lt;form&gt;</a:t>
            </a:r>
            <a:r>
              <a:rPr lang="en-US"/>
              <a:t> tag has an </a:t>
            </a:r>
            <a:r>
              <a:rPr lang="en-US" b="1">
                <a:latin typeface="Courier New" pitchFamily="49" charset="0"/>
              </a:rPr>
              <a:t>ONSUBMIT</a:t>
            </a:r>
            <a:r>
              <a:rPr lang="en-US"/>
              <a:t> attribute which defines a script expression.  This expression (usually a function call) must return true or false.  If true, the form can be submitted.  If it returns false, then the form is not submitted.</a:t>
            </a:r>
          </a:p>
        </p:txBody>
      </p:sp>
      <p:sp>
        <p:nvSpPr>
          <p:cNvPr id="4608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C9D6979C-3A2A-46C9-BBDD-87DAC9C8E61E}"/>
              </a:ext>
            </a:extLst>
          </p:cNvPr>
          <p:cNvSpPr>
            <a:spLocks noGrp="1"/>
          </p:cNvSpPr>
          <p:nvPr>
            <p:ph type="sldNum" sz="quarter" idx="5"/>
          </p:nvPr>
        </p:nvSpPr>
        <p:spPr/>
        <p:txBody>
          <a:bodyPr/>
          <a:lstStyle/>
          <a:p>
            <a:fld id="{548901C6-1DA1-FB44-ABEE-06A0FEB7738E}" type="slidenum">
              <a:rPr lang="en-GB" smtClean="0"/>
              <a:pPr/>
              <a:t>4</a:t>
            </a:fld>
            <a:endParaRPr lang="en-GB"/>
          </a:p>
        </p:txBody>
      </p:sp>
    </p:spTree>
    <p:extLst>
      <p:ext uri="{BB962C8B-B14F-4D97-AF65-F5344CB8AC3E}">
        <p14:creationId xmlns:p14="http://schemas.microsoft.com/office/powerpoint/2010/main" val="1737474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noFill/>
          <a:ln/>
        </p:spPr>
        <p:txBody>
          <a:bodyPr lIns="90477" tIns="45239" rIns="90477" bIns="45239"/>
          <a:lstStyle/>
          <a:p>
            <a:r>
              <a:rPr lang="en-US" dirty="0"/>
              <a:t>The variable </a:t>
            </a:r>
            <a:r>
              <a:rPr lang="en-US" b="1" dirty="0" err="1">
                <a:latin typeface="Courier New" pitchFamily="49" charset="0"/>
              </a:rPr>
              <a:t>theForm</a:t>
            </a:r>
            <a:r>
              <a:rPr lang="en-US" dirty="0"/>
              <a:t> is a reference to the form being validated.  The script can use this value to access the radio buttons and option buttons to ensure that only valid combinations are accepted.  In this example the script detects if the soup button has been checked, and if so goes on to further check the milk and sugar buttons. </a:t>
            </a:r>
          </a:p>
          <a:p>
            <a:r>
              <a:rPr lang="en-US" dirty="0"/>
              <a:t>This function is incorporated into the form using the </a:t>
            </a:r>
            <a:r>
              <a:rPr lang="en-US" b="1" dirty="0">
                <a:latin typeface="Courier New" pitchFamily="49" charset="0"/>
              </a:rPr>
              <a:t>ONSUBMIT</a:t>
            </a:r>
            <a:r>
              <a:rPr lang="en-US" dirty="0"/>
              <a:t> attribute, which will be of the form shown below.</a:t>
            </a:r>
          </a:p>
          <a:p>
            <a:r>
              <a:rPr lang="en-US" b="1" dirty="0">
                <a:latin typeface="Courier New" pitchFamily="49" charset="0"/>
              </a:rPr>
              <a:t>&lt;form .. .. </a:t>
            </a:r>
            <a:r>
              <a:rPr lang="en-US" b="1" dirty="0" err="1">
                <a:latin typeface="Courier New" pitchFamily="49" charset="0"/>
              </a:rPr>
              <a:t>onsubmit</a:t>
            </a:r>
            <a:r>
              <a:rPr lang="en-US" b="1" dirty="0">
                <a:latin typeface="Courier New" pitchFamily="49" charset="0"/>
              </a:rPr>
              <a:t>="return </a:t>
            </a:r>
            <a:r>
              <a:rPr lang="en-US" b="1" dirty="0" err="1">
                <a:latin typeface="Courier New" pitchFamily="49" charset="0"/>
              </a:rPr>
              <a:t>ValDrink</a:t>
            </a:r>
            <a:r>
              <a:rPr lang="en-US" b="1" dirty="0">
                <a:latin typeface="Courier New" pitchFamily="49" charset="0"/>
              </a:rPr>
              <a:t>(this)"&gt;</a:t>
            </a:r>
            <a:endParaRPr lang="en-US" dirty="0"/>
          </a:p>
          <a:p>
            <a:r>
              <a:rPr lang="en-US" dirty="0"/>
              <a:t>The function ultimately returns </a:t>
            </a:r>
            <a:r>
              <a:rPr lang="en-US" b="1" dirty="0">
                <a:latin typeface="Courier New" pitchFamily="49" charset="0"/>
              </a:rPr>
              <a:t>true</a:t>
            </a:r>
            <a:r>
              <a:rPr lang="en-US" dirty="0"/>
              <a:t> or </a:t>
            </a:r>
            <a:r>
              <a:rPr lang="en-US" b="1" dirty="0">
                <a:latin typeface="Courier New" pitchFamily="49" charset="0"/>
              </a:rPr>
              <a:t>false</a:t>
            </a:r>
            <a:r>
              <a:rPr lang="en-US" dirty="0"/>
              <a:t>.  This value is then passed back to the form handler.  When the function returns false, the validation fails and the form’s server script is not submitted.</a:t>
            </a:r>
          </a:p>
        </p:txBody>
      </p:sp>
      <p:sp>
        <p:nvSpPr>
          <p:cNvPr id="47107"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4C0627DD-161E-4F10-91E2-2F07C0DB241D}"/>
              </a:ext>
            </a:extLst>
          </p:cNvPr>
          <p:cNvSpPr>
            <a:spLocks noGrp="1"/>
          </p:cNvSpPr>
          <p:nvPr>
            <p:ph type="sldNum" sz="quarter" idx="5"/>
          </p:nvPr>
        </p:nvSpPr>
        <p:spPr/>
        <p:txBody>
          <a:bodyPr/>
          <a:lstStyle/>
          <a:p>
            <a:fld id="{548901C6-1DA1-FB44-ABEE-06A0FEB7738E}" type="slidenum">
              <a:rPr lang="en-GB" smtClean="0"/>
              <a:pPr/>
              <a:t>5</a:t>
            </a:fld>
            <a:endParaRPr lang="en-GB"/>
          </a:p>
        </p:txBody>
      </p:sp>
    </p:spTree>
    <p:extLst>
      <p:ext uri="{BB962C8B-B14F-4D97-AF65-F5344CB8AC3E}">
        <p14:creationId xmlns:p14="http://schemas.microsoft.com/office/powerpoint/2010/main" val="42061532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6</a:t>
            </a:fld>
            <a:endParaRPr lang="en-GB"/>
          </a:p>
        </p:txBody>
      </p:sp>
    </p:spTree>
    <p:extLst>
      <p:ext uri="{BB962C8B-B14F-4D97-AF65-F5344CB8AC3E}">
        <p14:creationId xmlns:p14="http://schemas.microsoft.com/office/powerpoint/2010/main" val="35882646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7</a:t>
            </a:fld>
            <a:endParaRPr lang="en-GB"/>
          </a:p>
        </p:txBody>
      </p:sp>
    </p:spTree>
    <p:extLst>
      <p:ext uri="{BB962C8B-B14F-4D97-AF65-F5344CB8AC3E}">
        <p14:creationId xmlns:p14="http://schemas.microsoft.com/office/powerpoint/2010/main" val="26974820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48901C6-1DA1-FB44-ABEE-06A0FEB7738E}" type="slidenum">
              <a:rPr lang="en-GB" smtClean="0"/>
              <a:pPr/>
              <a:t>8</a:t>
            </a:fld>
            <a:endParaRPr lang="en-GB"/>
          </a:p>
        </p:txBody>
      </p:sp>
    </p:spTree>
    <p:extLst>
      <p:ext uri="{BB962C8B-B14F-4D97-AF65-F5344CB8AC3E}">
        <p14:creationId xmlns:p14="http://schemas.microsoft.com/office/powerpoint/2010/main" val="131686830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10</a:t>
            </a:fld>
            <a:endParaRPr lang="en-GB"/>
          </a:p>
        </p:txBody>
      </p:sp>
    </p:spTree>
    <p:extLst>
      <p:ext uri="{BB962C8B-B14F-4D97-AF65-F5344CB8AC3E}">
        <p14:creationId xmlns:p14="http://schemas.microsoft.com/office/powerpoint/2010/main" val="2615606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548901C6-1DA1-FB44-ABEE-06A0FEB7738E}" type="slidenum">
              <a:rPr lang="en-GB" smtClean="0"/>
              <a:pPr/>
              <a:t>11</a:t>
            </a:fld>
            <a:endParaRPr lang="en-GB"/>
          </a:p>
        </p:txBody>
      </p:sp>
    </p:spTree>
    <p:extLst>
      <p:ext uri="{BB962C8B-B14F-4D97-AF65-F5344CB8AC3E}">
        <p14:creationId xmlns:p14="http://schemas.microsoft.com/office/powerpoint/2010/main" val="3150502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body" idx="1"/>
          </p:nvPr>
        </p:nvSpPr>
        <p:spPr>
          <a:noFill/>
          <a:ln/>
        </p:spPr>
        <p:txBody>
          <a:bodyPr lIns="90477" tIns="45239" rIns="90477" bIns="45239"/>
          <a:lstStyle/>
          <a:p>
            <a:pPr defTabSz="736600">
              <a:tabLst/>
            </a:pPr>
            <a:r>
              <a:rPr lang="en-US"/>
              <a:t>Microsoft, Netscape, Sun and other vendors are working with the ECMA standards organisation to establish a language standard that encompasses the functionality found in Microsoft JScript and Netscape JavaScript. </a:t>
            </a:r>
          </a:p>
          <a:p>
            <a:pPr defTabSz="736600">
              <a:tabLst/>
            </a:pPr>
            <a:r>
              <a:rPr lang="en-US"/>
              <a:t>The committee’s scope is “To standardise the syntax and semantics of a general purpose, cross platform, vendor-neutral scripting language”.</a:t>
            </a:r>
          </a:p>
          <a:p>
            <a:pPr defTabSz="736600">
              <a:tabLst/>
            </a:pPr>
            <a:r>
              <a:rPr lang="en-US"/>
              <a:t>In June 1997 an ECMA standard 262 was released for cross-platform scripting language called ECMAScript.</a:t>
            </a:r>
          </a:p>
          <a:p>
            <a:pPr defTabSz="736600">
              <a:tabLst/>
            </a:pPr>
            <a:r>
              <a:rPr lang="en-GB"/>
              <a:t>The latest versions of JavaScript and JScript are compliant with the European Computer Manufacturing Association's ECMAScript Language Specification. Note that the name for this language is ECMAScript, however, the names JavaScript and Jscript will still be used.</a:t>
            </a:r>
          </a:p>
          <a:p>
            <a:pPr defTabSz="736600">
              <a:tabLst/>
            </a:pPr>
            <a:r>
              <a:rPr lang="en-GB"/>
              <a:t>The ECMA standards sets minimum compatibility requirements. You should expect current and future versions of both JavaScript and JScript to also contain additional proprietary features, beyond the minimum requirements. </a:t>
            </a:r>
            <a:endParaRPr lang="en-US"/>
          </a:p>
          <a:p>
            <a:pPr defTabSz="736600">
              <a:tabLst/>
            </a:pPr>
            <a:r>
              <a:rPr lang="en-US"/>
              <a:t>For more information on ECMA in general, see their web site home page at </a:t>
            </a:r>
            <a:r>
              <a:rPr lang="en-US" b="1"/>
              <a:t>http://www.ecma-international.org/default.htm</a:t>
            </a:r>
          </a:p>
        </p:txBody>
      </p:sp>
      <p:sp>
        <p:nvSpPr>
          <p:cNvPr id="51203"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3571E192-DABA-4A6F-81E7-0CE86CAC82D1}"/>
              </a:ext>
            </a:extLst>
          </p:cNvPr>
          <p:cNvSpPr>
            <a:spLocks noGrp="1"/>
          </p:cNvSpPr>
          <p:nvPr>
            <p:ph type="sldNum" sz="quarter" idx="5"/>
          </p:nvPr>
        </p:nvSpPr>
        <p:spPr/>
        <p:txBody>
          <a:bodyPr/>
          <a:lstStyle/>
          <a:p>
            <a:fld id="{548901C6-1DA1-FB44-ABEE-06A0FEB7738E}" type="slidenum">
              <a:rPr lang="en-GB" smtClean="0"/>
              <a:pPr/>
              <a:t>12</a:t>
            </a:fld>
            <a:endParaRPr lang="en-GB"/>
          </a:p>
        </p:txBody>
      </p:sp>
    </p:spTree>
    <p:extLst>
      <p:ext uri="{BB962C8B-B14F-4D97-AF65-F5344CB8AC3E}">
        <p14:creationId xmlns:p14="http://schemas.microsoft.com/office/powerpoint/2010/main" val="3712334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body" idx="1"/>
          </p:nvPr>
        </p:nvSpPr>
        <p:spPr>
          <a:noFill/>
          <a:ln/>
        </p:spPr>
        <p:txBody>
          <a:bodyPr lIns="90477" tIns="45239" rIns="90477" bIns="45239"/>
          <a:lstStyle/>
          <a:p>
            <a:r>
              <a:rPr lang="en-US" dirty="0"/>
              <a:t>What can be done for users whose browsers don’t support scripting? There isn’t a great deal: if you have decided that your web page </a:t>
            </a:r>
            <a:r>
              <a:rPr lang="en-US" i="1" dirty="0"/>
              <a:t>must</a:t>
            </a:r>
            <a:r>
              <a:rPr lang="en-US" dirty="0"/>
              <a:t> use client-side scripting, then all you can do is notify non script-enabled browsers that they should obtain a copy of a browser that can handle scripts.  Tell the users that if a user’s Web browser does not support the scripting language, it will not have full access to the features in your Web page.  The usual way of doing this is to put a disclaimer on the home page, so that users can see if scripting is required.  Many “web surfers” are not highly technical, so it is often best to phrase the requirement in terms of products and version numbers rather than in rather abstract concepts like scripting languages.</a:t>
            </a:r>
          </a:p>
          <a:p>
            <a:r>
              <a:rPr lang="en-US" dirty="0"/>
              <a:t>This problem is more likely to occur for webs on the Internet rather than on a corporate intranet web where there is often a higher degree of browser homogeneity. </a:t>
            </a:r>
          </a:p>
          <a:p>
            <a:r>
              <a:rPr lang="en-US" dirty="0"/>
              <a:t>One option is to consider server-side scripting instead of client-side scripting.  This is not always appropriate (some things, such as window management, simply can’t be done by the server) but it does allow a more generic solution in a few cases.</a:t>
            </a:r>
          </a:p>
        </p:txBody>
      </p:sp>
      <p:sp>
        <p:nvSpPr>
          <p:cNvPr id="48131"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591F0653-8D21-409E-8316-B4EA74932B0B}"/>
              </a:ext>
            </a:extLst>
          </p:cNvPr>
          <p:cNvSpPr>
            <a:spLocks noGrp="1"/>
          </p:cNvSpPr>
          <p:nvPr>
            <p:ph type="sldNum" sz="quarter" idx="5"/>
          </p:nvPr>
        </p:nvSpPr>
        <p:spPr/>
        <p:txBody>
          <a:bodyPr/>
          <a:lstStyle/>
          <a:p>
            <a:fld id="{548901C6-1DA1-FB44-ABEE-06A0FEB7738E}" type="slidenum">
              <a:rPr lang="en-GB" smtClean="0"/>
              <a:pPr/>
              <a:t>13</a:t>
            </a:fld>
            <a:endParaRPr lang="en-GB"/>
          </a:p>
        </p:txBody>
      </p:sp>
    </p:spTree>
    <p:extLst>
      <p:ext uri="{BB962C8B-B14F-4D97-AF65-F5344CB8AC3E}">
        <p14:creationId xmlns:p14="http://schemas.microsoft.com/office/powerpoint/2010/main" val="37925515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noFill/>
          <a:ln/>
        </p:spPr>
        <p:txBody>
          <a:bodyPr lIns="90477" tIns="45239" rIns="90477" bIns="45239"/>
          <a:lstStyle/>
          <a:p>
            <a:r>
              <a:rPr lang="en-US"/>
              <a:t>The </a:t>
            </a:r>
            <a:r>
              <a:rPr lang="en-US" b="1">
                <a:latin typeface="Courier New" pitchFamily="49" charset="0"/>
              </a:rPr>
              <a:t>&lt;noscript&gt;</a:t>
            </a:r>
            <a:r>
              <a:rPr lang="en-US"/>
              <a:t> tag is used to delimit the content for a browser to display when JavaScript is not available, or when the user has turned off support for JavaScript. </a:t>
            </a:r>
          </a:p>
          <a:p>
            <a:r>
              <a:rPr lang="en-US"/>
              <a:t>This will work fine with most browsers.  In these cases the browser will display the contents, and so long as the actual </a:t>
            </a:r>
            <a:r>
              <a:rPr lang="en-US" b="1">
                <a:latin typeface="Courier New" pitchFamily="49" charset="0"/>
              </a:rPr>
              <a:t>&lt;script&gt;</a:t>
            </a:r>
            <a:r>
              <a:rPr lang="en-US"/>
              <a:t> contents are in a HTML comment, all will be fine. </a:t>
            </a:r>
          </a:p>
        </p:txBody>
      </p:sp>
      <p:sp>
        <p:nvSpPr>
          <p:cNvPr id="49155"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7783E27F-CB0C-4679-AE8B-51DB9124B5F2}"/>
              </a:ext>
            </a:extLst>
          </p:cNvPr>
          <p:cNvSpPr>
            <a:spLocks noGrp="1"/>
          </p:cNvSpPr>
          <p:nvPr>
            <p:ph type="sldNum" sz="quarter" idx="5"/>
          </p:nvPr>
        </p:nvSpPr>
        <p:spPr/>
        <p:txBody>
          <a:bodyPr/>
          <a:lstStyle/>
          <a:p>
            <a:fld id="{548901C6-1DA1-FB44-ABEE-06A0FEB7738E}" type="slidenum">
              <a:rPr lang="en-GB" smtClean="0"/>
              <a:pPr/>
              <a:t>14</a:t>
            </a:fld>
            <a:endParaRPr lang="en-GB"/>
          </a:p>
        </p:txBody>
      </p:sp>
    </p:spTree>
    <p:extLst>
      <p:ext uri="{BB962C8B-B14F-4D97-AF65-F5344CB8AC3E}">
        <p14:creationId xmlns:p14="http://schemas.microsoft.com/office/powerpoint/2010/main" val="6466339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body" idx="1"/>
          </p:nvPr>
        </p:nvSpPr>
        <p:spPr>
          <a:noFill/>
          <a:ln/>
        </p:spPr>
        <p:txBody>
          <a:bodyPr lIns="90477" tIns="45239" rIns="90477" bIns="45239"/>
          <a:lstStyle/>
          <a:p>
            <a:r>
              <a:rPr lang="en-US" dirty="0"/>
              <a:t>Although not ideal, there is another mechanism for detecting whether a browser supports JavaScript.  First, direct the user to a page on which the following JavaScript function has been defined:</a:t>
            </a:r>
          </a:p>
          <a:p>
            <a:r>
              <a:rPr lang="en-US" b="1" dirty="0">
                <a:latin typeface="Courier New" pitchFamily="49" charset="0"/>
              </a:rPr>
              <a:t>Function </a:t>
            </a:r>
            <a:r>
              <a:rPr lang="en-US" b="1" dirty="0" err="1">
                <a:latin typeface="Courier New" pitchFamily="49" charset="0"/>
              </a:rPr>
              <a:t>JumpToJavaScriptPage</a:t>
            </a:r>
            <a:r>
              <a:rPr lang="en-US" b="1" dirty="0">
                <a:latin typeface="Courier New" pitchFamily="49" charset="0"/>
              </a:rPr>
              <a:t>()</a:t>
            </a:r>
            <a:br>
              <a:rPr lang="en-US" b="1" dirty="0">
                <a:latin typeface="Courier New" pitchFamily="49" charset="0"/>
              </a:rPr>
            </a:br>
            <a:r>
              <a:rPr lang="en-US" b="1" dirty="0">
                <a:latin typeface="Courier New" pitchFamily="49" charset="0"/>
              </a:rPr>
              <a:t>{</a:t>
            </a:r>
            <a:br>
              <a:rPr lang="en-US" b="1" dirty="0">
                <a:latin typeface="Courier New" pitchFamily="49" charset="0"/>
              </a:rPr>
            </a:br>
            <a:r>
              <a:rPr lang="en-US" b="1" dirty="0">
                <a:latin typeface="Courier New" pitchFamily="49" charset="0"/>
              </a:rPr>
              <a:t>    location="auto2.htm";</a:t>
            </a:r>
            <a:br>
              <a:rPr lang="en-US" b="1" dirty="0">
                <a:latin typeface="Courier New" pitchFamily="49" charset="0"/>
              </a:rPr>
            </a:br>
            <a:r>
              <a:rPr lang="en-US" b="1" dirty="0">
                <a:latin typeface="Courier New" pitchFamily="49" charset="0"/>
              </a:rPr>
              <a:t>}</a:t>
            </a:r>
            <a:endParaRPr lang="en-US" dirty="0"/>
          </a:p>
          <a:p>
            <a:r>
              <a:rPr lang="en-US" dirty="0"/>
              <a:t>This function is called from the </a:t>
            </a:r>
            <a:r>
              <a:rPr lang="en-US" b="1" dirty="0" err="1">
                <a:latin typeface="Courier New" pitchFamily="49" charset="0"/>
              </a:rPr>
              <a:t>onLoad</a:t>
            </a:r>
            <a:r>
              <a:rPr lang="en-US" dirty="0"/>
              <a:t> event of the HTML body tag, so when the HTML page has been loaded, the function will be executed.  By setting the location property to a given URL, this function causes the browser to switch immediately to another page.  If the browser does not have JavaScript, or if it is disabled, then the script is ignored and the browser does not move on to the second URL.</a:t>
            </a:r>
          </a:p>
          <a:p>
            <a:r>
              <a:rPr lang="en-US" dirty="0"/>
              <a:t>The first page will be displayed for a short time, so you should keep it small in the interests of efficiency if most users are expected to have scripting enabled.</a:t>
            </a:r>
          </a:p>
          <a:p>
            <a:endParaRPr lang="en-US" dirty="0"/>
          </a:p>
        </p:txBody>
      </p:sp>
      <p:sp>
        <p:nvSpPr>
          <p:cNvPr id="50179" name="Slide"/>
          <p:cNvSpPr>
            <a:spLocks noGrp="1" noRot="1" noChangeAspect="1" noChangeArrowheads="1" noTextEdit="1"/>
          </p:cNvSpPr>
          <p:nvPr>
            <p:ph type="sldImg" idx="2"/>
          </p:nvPr>
        </p:nvSpPr>
        <p:spPr>
          <a:ln/>
        </p:spPr>
      </p:sp>
      <p:sp>
        <p:nvSpPr>
          <p:cNvPr id="2" name="Slide Number Placeholder 1">
            <a:extLst>
              <a:ext uri="{FF2B5EF4-FFF2-40B4-BE49-F238E27FC236}">
                <a16:creationId xmlns:a16="http://schemas.microsoft.com/office/drawing/2014/main" id="{9E563890-F471-4A7F-A2A1-488CCF83AAE5}"/>
              </a:ext>
            </a:extLst>
          </p:cNvPr>
          <p:cNvSpPr>
            <a:spLocks noGrp="1"/>
          </p:cNvSpPr>
          <p:nvPr>
            <p:ph type="sldNum" sz="quarter" idx="5"/>
          </p:nvPr>
        </p:nvSpPr>
        <p:spPr/>
        <p:txBody>
          <a:bodyPr/>
          <a:lstStyle/>
          <a:p>
            <a:fld id="{548901C6-1DA1-FB44-ABEE-06A0FEB7738E}" type="slidenum">
              <a:rPr lang="en-GB" smtClean="0"/>
              <a:pPr/>
              <a:t>15</a:t>
            </a:fld>
            <a:endParaRPr lang="en-GB"/>
          </a:p>
        </p:txBody>
      </p:sp>
    </p:spTree>
    <p:extLst>
      <p:ext uri="{BB962C8B-B14F-4D97-AF65-F5344CB8AC3E}">
        <p14:creationId xmlns:p14="http://schemas.microsoft.com/office/powerpoint/2010/main" val="194221899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Q&amp;A/what's next">
    <p:bg>
      <p:bgPr>
        <a:solidFill>
          <a:srgbClr val="EDCD3C"/>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135880" y="0"/>
            <a:ext cx="705612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1280981"/>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llow us">
    <p:bg>
      <p:bgPr>
        <a:solidFill>
          <a:srgbClr val="28CFF9"/>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5875020" y="0"/>
            <a:ext cx="631698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4" name="Group 23"/>
          <p:cNvGrpSpPr/>
          <p:nvPr userDrawn="1"/>
        </p:nvGrpSpPr>
        <p:grpSpPr>
          <a:xfrm>
            <a:off x="-1420" y="3503895"/>
            <a:ext cx="6359624" cy="2437013"/>
            <a:chOff x="-1420" y="3503895"/>
            <a:chExt cx="6359624" cy="2437013"/>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86434422"/>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ction Tips">
    <p:bg>
      <p:bgPr>
        <a:solidFill>
          <a:srgbClr val="EB622E"/>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7254240" y="0"/>
            <a:ext cx="4937760" cy="685800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7"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6"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2" name="Group 1"/>
          <p:cNvGrpSpPr/>
          <p:nvPr userDrawn="1"/>
        </p:nvGrpSpPr>
        <p:grpSpPr>
          <a:xfrm>
            <a:off x="-1420" y="3503895"/>
            <a:ext cx="6359624" cy="2437013"/>
            <a:chOff x="-1420" y="3503895"/>
            <a:chExt cx="6359624" cy="2437013"/>
          </a:xfrm>
          <a:solidFill>
            <a:srgbClr val="004050"/>
          </a:solidFill>
        </p:grpSpPr>
        <p:sp>
          <p:nvSpPr>
            <p:cNvPr id="36" name="Freeform 35">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37" name="Freeform 36">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40" name="Freeform 3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198876426"/>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09EDB8"/>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6644640" y="15240"/>
            <a:ext cx="5547360" cy="6842760"/>
          </a:xfrm>
          <a:prstGeom prst="rect">
            <a:avLst/>
          </a:prstGeom>
        </p:spPr>
      </p:pic>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0" y="5306004"/>
            <a:ext cx="3534471"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sz="1600" b="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
        <p:nvSpPr>
          <p:cNvPr id="18"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1" y="1914129"/>
            <a:ext cx="3592020" cy="2277604"/>
          </a:xfrm>
        </p:spPr>
        <p:txBody>
          <a:bodyPr anchor="b" anchorCtr="0">
            <a:noAutofit/>
          </a:bodyPr>
          <a:lstStyle>
            <a:lvl1pPr algn="l">
              <a:lnSpc>
                <a:spcPct val="100000"/>
              </a:lnSpc>
              <a:defRPr sz="3600"/>
            </a:lvl1pPr>
          </a:lstStyle>
          <a:p>
            <a:r>
              <a:rPr lang="en-US" noProof="0" dirty="0"/>
              <a:t>CLICK TO EDIT TITLE</a:t>
            </a:r>
            <a:endParaRPr lang="en-GB" noProof="0" dirty="0"/>
          </a:p>
        </p:txBody>
      </p:sp>
      <p:grpSp>
        <p:nvGrpSpPr>
          <p:cNvPr id="16" name="Group 15"/>
          <p:cNvGrpSpPr/>
          <p:nvPr userDrawn="1"/>
        </p:nvGrpSpPr>
        <p:grpSpPr>
          <a:xfrm>
            <a:off x="-1420" y="3503895"/>
            <a:ext cx="6359624" cy="2437013"/>
            <a:chOff x="-1420" y="3503895"/>
            <a:chExt cx="6359624" cy="2437013"/>
          </a:xfrm>
          <a:solidFill>
            <a:srgbClr val="004050"/>
          </a:solidFill>
        </p:grpSpPr>
        <p:sp>
          <p:nvSpPr>
            <p:cNvPr id="17" name="Freeform 16">
              <a:extLst>
                <a:ext uri="{FF2B5EF4-FFF2-40B4-BE49-F238E27FC236}">
                  <a16:creationId xmlns:a16="http://schemas.microsoft.com/office/drawing/2014/main" id="{2F450B4C-241D-A544-BBEF-175E01D6A139}"/>
                </a:ext>
              </a:extLst>
            </p:cNvPr>
            <p:cNvSpPr/>
            <p:nvPr userDrawn="1"/>
          </p:nvSpPr>
          <p:spPr>
            <a:xfrm>
              <a:off x="-1420" y="3503895"/>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sp>
          <p:nvSpPr>
            <p:cNvPr id="19" name="Freeform 18">
              <a:extLst>
                <a:ext uri="{FF2B5EF4-FFF2-40B4-BE49-F238E27FC236}">
                  <a16:creationId xmlns:a16="http://schemas.microsoft.com/office/drawing/2014/main" id="{17BA7C41-EA1C-2F4D-90C7-EC472AB85B8A}"/>
                </a:ext>
              </a:extLst>
            </p:cNvPr>
            <p:cNvSpPr/>
            <p:nvPr/>
          </p:nvSpPr>
          <p:spPr>
            <a:xfrm>
              <a:off x="4768849" y="3504279"/>
              <a:ext cx="1589355" cy="2436629"/>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420" y="4902788"/>
              <a:ext cx="5273560" cy="103515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896 w 1668896"/>
                <a:gd name="connsiteY0" fmla="*/ 248186 h 248186"/>
                <a:gd name="connsiteX1" fmla="*/ 405622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902 w 1264176"/>
                <a:gd name="connsiteY1" fmla="*/ 248186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 name="connsiteX0" fmla="*/ 1264176 w 1264176"/>
                <a:gd name="connsiteY0" fmla="*/ 248186 h 248186"/>
                <a:gd name="connsiteX1" fmla="*/ 331 w 1264176"/>
                <a:gd name="connsiteY1" fmla="*/ 247615 h 248186"/>
                <a:gd name="connsiteX2" fmla="*/ 0 w 1264176"/>
                <a:gd name="connsiteY2" fmla="*/ 193068 h 248186"/>
                <a:gd name="connsiteX3" fmla="*/ 1118190 w 1264176"/>
                <a:gd name="connsiteY3" fmla="*/ 192497 h 248186"/>
                <a:gd name="connsiteX4" fmla="*/ 971505 w 1264176"/>
                <a:gd name="connsiteY4" fmla="*/ 219 h 248186"/>
                <a:gd name="connsiteX5" fmla="*/ 1029544 w 1264176"/>
                <a:gd name="connsiteY5" fmla="*/ 219 h 248186"/>
                <a:gd name="connsiteX6" fmla="*/ 1049800 w 1264176"/>
                <a:gd name="connsiteY6" fmla="*/ 12347 h 248186"/>
                <a:gd name="connsiteX7" fmla="*/ 1114316 w 1264176"/>
                <a:gd name="connsiteY7" fmla="*/ 105057 h 248186"/>
                <a:gd name="connsiteX8" fmla="*/ 1258335 w 1264176"/>
                <a:gd name="connsiteY8" fmla="*/ 242090 h 248186"/>
                <a:gd name="connsiteX9" fmla="*/ 1263541 w 1264176"/>
                <a:gd name="connsiteY9" fmla="*/ 246535 h 248186"/>
                <a:gd name="connsiteX10" fmla="*/ 1264176 w 126417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64176" h="248186">
                  <a:moveTo>
                    <a:pt x="1264176" y="248186"/>
                  </a:moveTo>
                  <a:lnTo>
                    <a:pt x="331" y="247615"/>
                  </a:lnTo>
                  <a:cubicBezTo>
                    <a:pt x="-110" y="229052"/>
                    <a:pt x="441" y="211631"/>
                    <a:pt x="0" y="193068"/>
                  </a:cubicBezTo>
                  <a:lnTo>
                    <a:pt x="1118190" y="192497"/>
                  </a:lnTo>
                  <a:cubicBezTo>
                    <a:pt x="1060341" y="134140"/>
                    <a:pt x="1007065" y="74768"/>
                    <a:pt x="971505" y="219"/>
                  </a:cubicBezTo>
                  <a:cubicBezTo>
                    <a:pt x="991888" y="219"/>
                    <a:pt x="1010748" y="854"/>
                    <a:pt x="1029544" y="219"/>
                  </a:cubicBezTo>
                  <a:cubicBezTo>
                    <a:pt x="1038336" y="-1141"/>
                    <a:pt x="1046848" y="3956"/>
                    <a:pt x="1049800" y="12347"/>
                  </a:cubicBezTo>
                  <a:cubicBezTo>
                    <a:pt x="1067362" y="45816"/>
                    <a:pt x="1089035" y="76961"/>
                    <a:pt x="1114316" y="105057"/>
                  </a:cubicBezTo>
                  <a:cubicBezTo>
                    <a:pt x="1157944" y="155126"/>
                    <a:pt x="1206160" y="201004"/>
                    <a:pt x="1258335" y="242090"/>
                  </a:cubicBezTo>
                  <a:cubicBezTo>
                    <a:pt x="1260113" y="243551"/>
                    <a:pt x="1261890" y="245011"/>
                    <a:pt x="1263541" y="246535"/>
                  </a:cubicBezTo>
                  <a:cubicBezTo>
                    <a:pt x="1263859" y="246599"/>
                    <a:pt x="1263859" y="247170"/>
                    <a:pt x="126417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65610577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Housekeeping">
    <p:bg>
      <p:bgPr>
        <a:solidFill>
          <a:schemeClr val="tx1"/>
        </a:solidFill>
        <a:effectLst/>
      </p:bgPr>
    </p:bg>
    <p:spTree>
      <p:nvGrpSpPr>
        <p:cNvPr id="1" name=""/>
        <p:cNvGrpSpPr/>
        <p:nvPr/>
      </p:nvGrpSpPr>
      <p:grpSpPr>
        <a:xfrm>
          <a:off x="0" y="0"/>
          <a:ext cx="0" cy="0"/>
          <a:chOff x="0" y="0"/>
          <a:chExt cx="0" cy="0"/>
        </a:xfrm>
      </p:grpSpPr>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chemeClr val="tx2"/>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4" y="3433680"/>
            <a:ext cx="5627171" cy="968987"/>
          </a:xfrm>
        </p:spPr>
        <p:txBody>
          <a:bodyPr anchor="t" anchorCtr="0">
            <a:noAutofit/>
          </a:bodyPr>
          <a:lstStyle>
            <a:lvl1pPr algn="l">
              <a:lnSpc>
                <a:spcPts val="6000"/>
              </a:lnSpc>
              <a:defRPr sz="3600">
                <a:solidFill>
                  <a:schemeClr val="bg1"/>
                </a:solidFill>
              </a:defRPr>
            </a:lvl1pPr>
          </a:lstStyle>
          <a:p>
            <a:r>
              <a:rPr lang="en-US" noProof="0"/>
              <a:t>Housekeeping</a:t>
            </a:r>
            <a:endParaRPr lang="en-GB" noProof="0" dirty="0"/>
          </a:p>
        </p:txBody>
      </p:sp>
      <p:sp>
        <p:nvSpPr>
          <p:cNvPr id="6" name="Text Placeholder 6"/>
          <p:cNvSpPr>
            <a:spLocks noGrp="1"/>
          </p:cNvSpPr>
          <p:nvPr>
            <p:ph type="body" sz="quarter" idx="12" hasCustomPrompt="1"/>
          </p:nvPr>
        </p:nvSpPr>
        <p:spPr>
          <a:xfrm>
            <a:off x="384784" y="4894524"/>
            <a:ext cx="5627171" cy="1186921"/>
          </a:xfrm>
        </p:spPr>
        <p:txBody>
          <a:bodyPr/>
          <a:lstStyle>
            <a:lvl1pPr marL="342900" marR="0" indent="-342900" algn="l" defTabSz="914400" rtl="0" eaLnBrk="1" fontAlgn="auto" latinLnBrk="0" hangingPunct="1">
              <a:lnSpc>
                <a:spcPct val="100000"/>
              </a:lnSpc>
              <a:spcBef>
                <a:spcPts val="0"/>
              </a:spcBef>
              <a:spcAft>
                <a:spcPts val="0"/>
              </a:spcAft>
              <a:buClrTx/>
              <a:buSzPct val="115000"/>
              <a:buFont typeface="Arial" panose="020B0604020202020204" pitchFamily="34" charset="0"/>
              <a:buChar char="•"/>
              <a:tabLst/>
              <a:defRPr sz="2000" b="0">
                <a:solidFill>
                  <a:schemeClr val="bg1"/>
                </a:solidFill>
              </a:defRPr>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Edit text</a:t>
            </a:r>
          </a:p>
        </p:txBody>
      </p:sp>
    </p:spTree>
    <p:extLst>
      <p:ext uri="{BB962C8B-B14F-4D97-AF65-F5344CB8AC3E}">
        <p14:creationId xmlns:p14="http://schemas.microsoft.com/office/powerpoint/2010/main" val="4276879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Meet &amp; Greet 1">
    <p:bg>
      <p:bgPr>
        <a:solidFill>
          <a:srgbClr val="38E2BB"/>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108881" y="-11575"/>
            <a:ext cx="8079261" cy="6875362"/>
          </a:xfrm>
          <a:prstGeom prst="rect">
            <a:avLst/>
          </a:prstGeom>
        </p:spPr>
      </p:pic>
      <p:sp>
        <p:nvSpPr>
          <p:cNvPr id="1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4785" y="1706477"/>
            <a:ext cx="5002556" cy="808123"/>
          </a:xfrm>
        </p:spPr>
        <p:txBody>
          <a:bodyPr anchor="t" anchorCtr="0">
            <a:noAutofit/>
          </a:bodyPr>
          <a:lstStyle>
            <a:lvl1pPr algn="l">
              <a:lnSpc>
                <a:spcPts val="6000"/>
              </a:lnSpc>
              <a:defRPr sz="3600">
                <a:solidFill>
                  <a:srgbClr val="004050"/>
                </a:solidFill>
              </a:defRPr>
            </a:lvl1pPr>
          </a:lstStyle>
          <a:p>
            <a:r>
              <a:rPr lang="en-US" noProof="0" dirty="0"/>
              <a:t>Meet &amp; Greet</a:t>
            </a:r>
            <a:endParaRPr lang="en-GB" noProof="0" dirty="0"/>
          </a:p>
        </p:txBody>
      </p:sp>
      <p:sp>
        <p:nvSpPr>
          <p:cNvPr id="18" name="Text Placeholder 3"/>
          <p:cNvSpPr>
            <a:spLocks noGrp="1"/>
          </p:cNvSpPr>
          <p:nvPr>
            <p:ph type="body" sz="quarter" idx="10" hasCustomPrompt="1"/>
          </p:nvPr>
        </p:nvSpPr>
        <p:spPr>
          <a:xfrm>
            <a:off x="384785" y="2915404"/>
            <a:ext cx="4278655" cy="34015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404595973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3_03 Section Divider">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9" y="1556247"/>
            <a:ext cx="5810250" cy="2277604"/>
          </a:xfrm>
        </p:spPr>
        <p:txBody>
          <a:bodyPr anchor="b" anchorCtr="0">
            <a:noAutofit/>
          </a:bodyPr>
          <a:lstStyle>
            <a:lvl1pPr algn="l">
              <a:lnSpc>
                <a:spcPct val="90000"/>
              </a:lnSpc>
              <a:defRPr sz="3600" spc="60" baseline="0">
                <a:solidFill>
                  <a:srgbClr val="004050"/>
                </a:solidFill>
              </a:defRPr>
            </a:lvl1pPr>
          </a:lstStyle>
          <a:p>
            <a:r>
              <a:rPr lang="en-US" noProof="0" dirty="0"/>
              <a:t>CLICK TO EDIT </a:t>
            </a:r>
            <a:br>
              <a:rPr lang="en-US" noProof="0" dirty="0"/>
            </a:br>
            <a:r>
              <a:rPr lang="en-US" noProof="0" dirty="0"/>
              <a:t>MASTER TITLE STYLE</a:t>
            </a:r>
            <a:endParaRPr lang="en-GB" noProof="0" dirty="0"/>
          </a:p>
        </p:txBody>
      </p:sp>
      <p:grpSp>
        <p:nvGrpSpPr>
          <p:cNvPr id="27" name="Group 26"/>
          <p:cNvGrpSpPr/>
          <p:nvPr userDrawn="1"/>
        </p:nvGrpSpPr>
        <p:grpSpPr>
          <a:xfrm>
            <a:off x="-2229" y="2361812"/>
            <a:ext cx="11067619" cy="4502135"/>
            <a:chOff x="-2229" y="2361812"/>
            <a:chExt cx="11067619" cy="4502135"/>
          </a:xfrm>
          <a:solidFill>
            <a:srgbClr val="004050"/>
          </a:solidFill>
        </p:grpSpPr>
        <p:sp>
          <p:nvSpPr>
            <p:cNvPr id="28" name="Freeform 27">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9" name="Freeform 28">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2F450B4C-241D-A544-BBEF-175E01D6A139}"/>
                </a:ext>
              </a:extLst>
            </p:cNvPr>
            <p:cNvSpPr/>
            <p:nvPr userDrawn="1"/>
          </p:nvSpPr>
          <p:spPr>
            <a:xfrm flipV="1">
              <a:off x="-2229"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20029218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Overview or quotes 04">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004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7" name="Text Placeholder 4"/>
          <p:cNvSpPr>
            <a:spLocks noGrp="1"/>
          </p:cNvSpPr>
          <p:nvPr>
            <p:ph type="body" sz="quarter" idx="15" hasCustomPrompt="1"/>
          </p:nvPr>
        </p:nvSpPr>
        <p:spPr>
          <a:xfrm>
            <a:off x="5037137" y="1349984"/>
            <a:ext cx="6770688" cy="5119407"/>
          </a:xfrm>
        </p:spPr>
        <p:txBody>
          <a:bodyPr/>
          <a:lstStyle>
            <a:lvl1pPr marL="0" indent="0">
              <a:lnSpc>
                <a:spcPct val="100000"/>
              </a:lnSpc>
              <a:buFont typeface="Arial" panose="020B0604020202020204" pitchFamily="34" charset="0"/>
              <a:buNone/>
              <a:defRPr sz="2000" b="0"/>
            </a:lvl1pPr>
            <a:lvl2pPr marL="180000" indent="-180000">
              <a:lnSpc>
                <a:spcPct val="100000"/>
              </a:lnSpc>
              <a:buFont typeface="Arial" panose="020B0604020202020204" pitchFamily="34" charset="0"/>
              <a:buChar char="•"/>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sz="2000"/>
            </a:lvl4pPr>
            <a:lvl5pPr marL="180000" indent="-180000">
              <a:buFont typeface="Arial" panose="020B0604020202020204" pitchFamily="34" charset="0"/>
              <a:buChar char="•"/>
              <a:defRPr sz="2000"/>
            </a:lvl5pPr>
          </a:lstStyle>
          <a:p>
            <a:pPr lvl="0"/>
            <a:r>
              <a:rPr lang="en-US" dirty="0"/>
              <a:t>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reeform 12">
            <a:extLst>
              <a:ext uri="{FF2B5EF4-FFF2-40B4-BE49-F238E27FC236}">
                <a16:creationId xmlns:a16="http://schemas.microsoft.com/office/drawing/2014/main" id="{DF3D0604-3EEB-7547-A86F-8B3EFC40A3EC}"/>
              </a:ext>
            </a:extLst>
          </p:cNvPr>
          <p:cNvSpPr/>
          <p:nvPr userDrawn="1"/>
        </p:nvSpPr>
        <p:spPr>
          <a:xfrm>
            <a:off x="384784" y="4504759"/>
            <a:ext cx="4321328" cy="1964632"/>
          </a:xfrm>
          <a:custGeom>
            <a:avLst/>
            <a:gdLst>
              <a:gd name="connsiteX0" fmla="*/ 1010833 w 1009650"/>
              <a:gd name="connsiteY0" fmla="*/ 229067 h 457200"/>
              <a:gd name="connsiteX1" fmla="*/ 972733 w 1009650"/>
              <a:gd name="connsiteY1" fmla="*/ 246593 h 457200"/>
              <a:gd name="connsiteX2" fmla="*/ 768072 w 1009650"/>
              <a:gd name="connsiteY2" fmla="*/ 348701 h 457200"/>
              <a:gd name="connsiteX3" fmla="*/ 658853 w 1009650"/>
              <a:gd name="connsiteY3" fmla="*/ 435887 h 457200"/>
              <a:gd name="connsiteX4" fmla="*/ 625770 w 1009650"/>
              <a:gd name="connsiteY4" fmla="*/ 457159 h 457200"/>
              <a:gd name="connsiteX5" fmla="*/ 594020 w 1009650"/>
              <a:gd name="connsiteY5" fmla="*/ 447126 h 457200"/>
              <a:gd name="connsiteX6" fmla="*/ 591352 w 1009650"/>
              <a:gd name="connsiteY6" fmla="*/ 428076 h 457200"/>
              <a:gd name="connsiteX7" fmla="*/ 620117 w 1009650"/>
              <a:gd name="connsiteY7" fmla="*/ 377721 h 457200"/>
              <a:gd name="connsiteX8" fmla="*/ 677966 w 1009650"/>
              <a:gd name="connsiteY8" fmla="*/ 290281 h 457200"/>
              <a:gd name="connsiteX9" fmla="*/ 688507 w 1009650"/>
              <a:gd name="connsiteY9" fmla="*/ 269136 h 457200"/>
              <a:gd name="connsiteX10" fmla="*/ 674410 w 1009650"/>
              <a:gd name="connsiteY10" fmla="*/ 241704 h 457200"/>
              <a:gd name="connsiteX11" fmla="*/ 636310 w 1009650"/>
              <a:gd name="connsiteY11" fmla="*/ 240307 h 457200"/>
              <a:gd name="connsiteX12" fmla="*/ 469495 w 1009650"/>
              <a:gd name="connsiteY12" fmla="*/ 274597 h 457200"/>
              <a:gd name="connsiteX13" fmla="*/ 356846 w 1009650"/>
              <a:gd name="connsiteY13" fmla="*/ 325905 h 457200"/>
              <a:gd name="connsiteX14" fmla="*/ 235752 w 1009650"/>
              <a:gd name="connsiteY14" fmla="*/ 378864 h 457200"/>
              <a:gd name="connsiteX15" fmla="*/ 118468 w 1009650"/>
              <a:gd name="connsiteY15" fmla="*/ 386611 h 457200"/>
              <a:gd name="connsiteX16" fmla="*/ 4168 w 1009650"/>
              <a:gd name="connsiteY16" fmla="*/ 268882 h 457200"/>
              <a:gd name="connsiteX17" fmla="*/ 25186 w 1009650"/>
              <a:gd name="connsiteY17" fmla="*/ 136802 h 457200"/>
              <a:gd name="connsiteX18" fmla="*/ 149075 w 1009650"/>
              <a:gd name="connsiteY18" fmla="*/ 68476 h 457200"/>
              <a:gd name="connsiteX19" fmla="*/ 296649 w 1009650"/>
              <a:gd name="connsiteY19" fmla="*/ 103464 h 457200"/>
              <a:gd name="connsiteX20" fmla="*/ 415076 w 1009650"/>
              <a:gd name="connsiteY20" fmla="*/ 161059 h 457200"/>
              <a:gd name="connsiteX21" fmla="*/ 572429 w 1009650"/>
              <a:gd name="connsiteY21" fmla="*/ 209255 h 457200"/>
              <a:gd name="connsiteX22" fmla="*/ 649836 w 1009650"/>
              <a:gd name="connsiteY22" fmla="*/ 219161 h 457200"/>
              <a:gd name="connsiteX23" fmla="*/ 675236 w 1009650"/>
              <a:gd name="connsiteY23" fmla="*/ 216812 h 457200"/>
              <a:gd name="connsiteX24" fmla="*/ 690125 w 1009650"/>
              <a:gd name="connsiteY24" fmla="*/ 195995 h 457200"/>
              <a:gd name="connsiteX25" fmla="*/ 688317 w 1009650"/>
              <a:gd name="connsiteY25" fmla="*/ 190586 h 457200"/>
              <a:gd name="connsiteX26" fmla="*/ 667934 w 1009650"/>
              <a:gd name="connsiteY26" fmla="*/ 151343 h 457200"/>
              <a:gd name="connsiteX27" fmla="*/ 603036 w 1009650"/>
              <a:gd name="connsiteY27" fmla="*/ 53871 h 457200"/>
              <a:gd name="connsiteX28" fmla="*/ 591098 w 1009650"/>
              <a:gd name="connsiteY28" fmla="*/ 30820 h 457200"/>
              <a:gd name="connsiteX29" fmla="*/ 608179 w 1009650"/>
              <a:gd name="connsiteY29" fmla="*/ 848 h 457200"/>
              <a:gd name="connsiteX30" fmla="*/ 649200 w 1009650"/>
              <a:gd name="connsiteY30" fmla="*/ 12977 h 457200"/>
              <a:gd name="connsiteX31" fmla="*/ 701905 w 1009650"/>
              <a:gd name="connsiteY31" fmla="*/ 60856 h 457200"/>
              <a:gd name="connsiteX32" fmla="*/ 813474 w 1009650"/>
              <a:gd name="connsiteY32" fmla="*/ 134389 h 457200"/>
              <a:gd name="connsiteX33" fmla="*/ 1006642 w 1009650"/>
              <a:gd name="connsiteY33" fmla="*/ 226972 h 457200"/>
              <a:gd name="connsiteX34" fmla="*/ 1010833 w 1009650"/>
              <a:gd name="connsiteY34" fmla="*/ 229067 h 457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457200">
                <a:moveTo>
                  <a:pt x="1010833" y="229067"/>
                </a:moveTo>
                <a:cubicBezTo>
                  <a:pt x="997434" y="235417"/>
                  <a:pt x="984925" y="240815"/>
                  <a:pt x="972733" y="246593"/>
                </a:cubicBezTo>
                <a:cubicBezTo>
                  <a:pt x="903581" y="278724"/>
                  <a:pt x="833668" y="309522"/>
                  <a:pt x="768072" y="348701"/>
                </a:cubicBezTo>
                <a:cubicBezTo>
                  <a:pt x="728311" y="373291"/>
                  <a:pt x="691642" y="402562"/>
                  <a:pt x="658853" y="435887"/>
                </a:cubicBezTo>
                <a:cubicBezTo>
                  <a:pt x="650022" y="445921"/>
                  <a:pt x="638563" y="453288"/>
                  <a:pt x="625770" y="457159"/>
                </a:cubicBezTo>
                <a:cubicBezTo>
                  <a:pt x="614145" y="459928"/>
                  <a:pt x="601942" y="456072"/>
                  <a:pt x="594020" y="447126"/>
                </a:cubicBezTo>
                <a:cubicBezTo>
                  <a:pt x="588841" y="442152"/>
                  <a:pt x="587739" y="434281"/>
                  <a:pt x="591352" y="428076"/>
                </a:cubicBezTo>
                <a:cubicBezTo>
                  <a:pt x="600559" y="411122"/>
                  <a:pt x="609703" y="393977"/>
                  <a:pt x="620117" y="377721"/>
                </a:cubicBezTo>
                <a:cubicBezTo>
                  <a:pt x="639167" y="348320"/>
                  <a:pt x="658853" y="319555"/>
                  <a:pt x="677966" y="290281"/>
                </a:cubicBezTo>
                <a:cubicBezTo>
                  <a:pt x="682182" y="283605"/>
                  <a:pt x="685714" y="276521"/>
                  <a:pt x="688507" y="269136"/>
                </a:cubicBezTo>
                <a:cubicBezTo>
                  <a:pt x="693714" y="255801"/>
                  <a:pt x="688507" y="244244"/>
                  <a:pt x="674410" y="241704"/>
                </a:cubicBezTo>
                <a:cubicBezTo>
                  <a:pt x="661836" y="239482"/>
                  <a:pt x="649014" y="239012"/>
                  <a:pt x="636310" y="240307"/>
                </a:cubicBezTo>
                <a:cubicBezTo>
                  <a:pt x="579541" y="245958"/>
                  <a:pt x="523090" y="254975"/>
                  <a:pt x="469495" y="274597"/>
                </a:cubicBezTo>
                <a:cubicBezTo>
                  <a:pt x="431081" y="289732"/>
                  <a:pt x="393480" y="306858"/>
                  <a:pt x="356846" y="325905"/>
                </a:cubicBezTo>
                <a:cubicBezTo>
                  <a:pt x="317159" y="344955"/>
                  <a:pt x="278233" y="366227"/>
                  <a:pt x="235752" y="378864"/>
                </a:cubicBezTo>
                <a:cubicBezTo>
                  <a:pt x="197915" y="391187"/>
                  <a:pt x="157597" y="393850"/>
                  <a:pt x="118468" y="386611"/>
                </a:cubicBezTo>
                <a:cubicBezTo>
                  <a:pt x="60224" y="373808"/>
                  <a:pt x="15244" y="327478"/>
                  <a:pt x="4168" y="268882"/>
                </a:cubicBezTo>
                <a:cubicBezTo>
                  <a:pt x="-4405" y="222463"/>
                  <a:pt x="-849" y="177505"/>
                  <a:pt x="25186" y="136802"/>
                </a:cubicBezTo>
                <a:cubicBezTo>
                  <a:pt x="53888" y="91971"/>
                  <a:pt x="95925" y="69746"/>
                  <a:pt x="149075" y="68476"/>
                </a:cubicBezTo>
                <a:cubicBezTo>
                  <a:pt x="202224" y="67206"/>
                  <a:pt x="249976" y="81557"/>
                  <a:pt x="296649" y="103464"/>
                </a:cubicBezTo>
                <a:cubicBezTo>
                  <a:pt x="336400" y="122133"/>
                  <a:pt x="375875" y="141331"/>
                  <a:pt x="415076" y="161059"/>
                </a:cubicBezTo>
                <a:cubicBezTo>
                  <a:pt x="464691" y="185237"/>
                  <a:pt x="517785" y="201499"/>
                  <a:pt x="572429" y="209255"/>
                </a:cubicBezTo>
                <a:cubicBezTo>
                  <a:pt x="598126" y="213234"/>
                  <a:pt x="623928" y="216536"/>
                  <a:pt x="649836" y="219161"/>
                </a:cubicBezTo>
                <a:cubicBezTo>
                  <a:pt x="658375" y="219866"/>
                  <a:pt x="666971" y="219071"/>
                  <a:pt x="675236" y="216812"/>
                </a:cubicBezTo>
                <a:cubicBezTo>
                  <a:pt x="685095" y="215175"/>
                  <a:pt x="691762" y="205855"/>
                  <a:pt x="690125" y="195995"/>
                </a:cubicBezTo>
                <a:cubicBezTo>
                  <a:pt x="689812" y="194108"/>
                  <a:pt x="689201" y="192282"/>
                  <a:pt x="688317" y="190586"/>
                </a:cubicBezTo>
                <a:cubicBezTo>
                  <a:pt x="682682" y="176935"/>
                  <a:pt x="675862" y="163803"/>
                  <a:pt x="667934" y="151343"/>
                </a:cubicBezTo>
                <a:cubicBezTo>
                  <a:pt x="646724" y="118577"/>
                  <a:pt x="624499" y="86446"/>
                  <a:pt x="603036" y="53871"/>
                </a:cubicBezTo>
                <a:cubicBezTo>
                  <a:pt x="598297" y="46605"/>
                  <a:pt x="594298" y="38883"/>
                  <a:pt x="591098" y="30820"/>
                </a:cubicBezTo>
                <a:cubicBezTo>
                  <a:pt x="584748" y="15771"/>
                  <a:pt x="592304" y="3833"/>
                  <a:pt x="608179" y="848"/>
                </a:cubicBezTo>
                <a:cubicBezTo>
                  <a:pt x="623012" y="-2026"/>
                  <a:pt x="638315" y="2499"/>
                  <a:pt x="649200" y="12977"/>
                </a:cubicBezTo>
                <a:cubicBezTo>
                  <a:pt x="666917" y="28788"/>
                  <a:pt x="683999" y="45298"/>
                  <a:pt x="701905" y="60856"/>
                </a:cubicBezTo>
                <a:cubicBezTo>
                  <a:pt x="735701" y="90165"/>
                  <a:pt x="773214" y="114889"/>
                  <a:pt x="813474" y="134389"/>
                </a:cubicBezTo>
                <a:cubicBezTo>
                  <a:pt x="877674" y="165631"/>
                  <a:pt x="942253" y="196111"/>
                  <a:pt x="1006642" y="226972"/>
                </a:cubicBezTo>
                <a:cubicBezTo>
                  <a:pt x="1007785" y="227226"/>
                  <a:pt x="1008801" y="227924"/>
                  <a:pt x="1010833" y="229067"/>
                </a:cubicBezTo>
                <a:close/>
              </a:path>
            </a:pathLst>
          </a:custGeom>
          <a:solidFill>
            <a:srgbClr val="09EDB8"/>
          </a:solidFill>
          <a:ln w="6350" cap="flat">
            <a:noFill/>
            <a:prstDash val="solid"/>
            <a:miter/>
          </a:ln>
        </p:spPr>
        <p:txBody>
          <a:bodyPr rtlCol="0" anchor="ctr"/>
          <a:lstStyle/>
          <a:p>
            <a:endParaRPr lang="en-GB"/>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0"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9EDB8"/>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Tree>
    <p:extLst>
      <p:ext uri="{BB962C8B-B14F-4D97-AF65-F5344CB8AC3E}">
        <p14:creationId xmlns:p14="http://schemas.microsoft.com/office/powerpoint/2010/main" val="3589945353"/>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Arrow Left">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5"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sp>
        <p:nvSpPr>
          <p:cNvPr id="9"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grpSp>
        <p:nvGrpSpPr>
          <p:cNvPr id="19" name="Group 18"/>
          <p:cNvGrpSpPr/>
          <p:nvPr userDrawn="1"/>
        </p:nvGrpSpPr>
        <p:grpSpPr>
          <a:xfrm>
            <a:off x="-6058" y="3531457"/>
            <a:ext cx="5797612" cy="2365031"/>
            <a:chOff x="-2229" y="2361812"/>
            <a:chExt cx="11067619" cy="4514835"/>
          </a:xfrm>
          <a:solidFill>
            <a:srgbClr val="09EDB8"/>
          </a:solidFill>
        </p:grpSpPr>
        <p:sp>
          <p:nvSpPr>
            <p:cNvPr id="20" name="Freeform 1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1" name="Freeform 20">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2" name="Freeform 21">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37035841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00EDB3"/>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9121148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Activity 1">
    <p:bg>
      <p:bgPr>
        <a:solidFill>
          <a:srgbClr val="0EEEB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4"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86887003"/>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4_01 Section Divider">
    <p:bg>
      <p:bgPr>
        <a:solidFill>
          <a:schemeClr val="tx1"/>
        </a:solidFill>
        <a:effectLst/>
      </p:bgPr>
    </p:bg>
    <p:spTree>
      <p:nvGrpSpPr>
        <p:cNvPr id="1" name=""/>
        <p:cNvGrpSpPr/>
        <p:nvPr/>
      </p:nvGrpSpPr>
      <p:grpSpPr>
        <a:xfrm>
          <a:off x="0" y="0"/>
          <a:ext cx="0" cy="0"/>
          <a:chOff x="0" y="0"/>
          <a:chExt cx="0" cy="0"/>
        </a:xfrm>
      </p:grpSpPr>
      <p:sp>
        <p:nvSpPr>
          <p:cNvPr id="5" name="Rectangle 4"/>
          <p:cNvSpPr/>
          <p:nvPr userDrawn="1"/>
        </p:nvSpPr>
        <p:spPr>
          <a:xfrm>
            <a:off x="-609" y="0"/>
            <a:ext cx="12192609"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bject 3">
            <a:extLst>
              <a:ext uri="{FF2B5EF4-FFF2-40B4-BE49-F238E27FC236}">
                <a16:creationId xmlns:a16="http://schemas.microsoft.com/office/drawing/2014/main" id="{3344A4B7-0EC8-AD4A-8611-5B12AB419DC2}"/>
              </a:ext>
            </a:extLst>
          </p:cNvPr>
          <p:cNvSpPr/>
          <p:nvPr userDrawn="1"/>
        </p:nvSpPr>
        <p:spPr>
          <a:xfrm>
            <a:off x="0" y="0"/>
            <a:ext cx="11808125" cy="4657785"/>
          </a:xfrm>
          <a:custGeom>
            <a:avLst/>
            <a:gdLst/>
            <a:ahLst/>
            <a:cxnLst/>
            <a:rect l="l" t="t" r="r" b="b"/>
            <a:pathLst>
              <a:path w="15645765" h="6171565">
                <a:moveTo>
                  <a:pt x="12954792" y="0"/>
                </a:moveTo>
                <a:lnTo>
                  <a:pt x="9989330" y="0"/>
                </a:lnTo>
                <a:lnTo>
                  <a:pt x="11612737" y="1621505"/>
                </a:lnTo>
                <a:lnTo>
                  <a:pt x="11603898" y="1638231"/>
                </a:lnTo>
                <a:lnTo>
                  <a:pt x="0" y="1638231"/>
                </a:lnTo>
                <a:lnTo>
                  <a:pt x="0" y="3701600"/>
                </a:lnTo>
                <a:lnTo>
                  <a:pt x="11623393" y="3701600"/>
                </a:lnTo>
                <a:lnTo>
                  <a:pt x="9157358" y="6164994"/>
                </a:lnTo>
                <a:lnTo>
                  <a:pt x="9229199" y="6169201"/>
                </a:lnTo>
                <a:lnTo>
                  <a:pt x="9246778" y="6169604"/>
                </a:lnTo>
                <a:lnTo>
                  <a:pt x="12044487" y="6171255"/>
                </a:lnTo>
                <a:lnTo>
                  <a:pt x="12085365" y="6167625"/>
                </a:lnTo>
                <a:lnTo>
                  <a:pt x="12120998" y="6156469"/>
                </a:lnTo>
                <a:lnTo>
                  <a:pt x="12153240" y="6137640"/>
                </a:lnTo>
                <a:lnTo>
                  <a:pt x="12183945" y="6110993"/>
                </a:lnTo>
                <a:lnTo>
                  <a:pt x="15546143" y="2748262"/>
                </a:lnTo>
                <a:lnTo>
                  <a:pt x="15566761" y="2730440"/>
                </a:lnTo>
                <a:lnTo>
                  <a:pt x="15590311" y="2713899"/>
                </a:lnTo>
                <a:lnTo>
                  <a:pt x="15616627" y="2696820"/>
                </a:lnTo>
                <a:lnTo>
                  <a:pt x="15645546" y="2677383"/>
                </a:lnTo>
                <a:lnTo>
                  <a:pt x="15617183" y="2654144"/>
                </a:lnTo>
                <a:lnTo>
                  <a:pt x="15594873" y="2636172"/>
                </a:lnTo>
                <a:lnTo>
                  <a:pt x="15577002" y="2621305"/>
                </a:lnTo>
                <a:lnTo>
                  <a:pt x="15561955" y="2607381"/>
                </a:lnTo>
                <a:lnTo>
                  <a:pt x="12954792" y="0"/>
                </a:lnTo>
                <a:close/>
              </a:path>
            </a:pathLst>
          </a:custGeom>
          <a:solidFill>
            <a:srgbClr val="004050"/>
          </a:solidFill>
        </p:spPr>
        <p:txBody>
          <a:bodyPr wrap="square" lIns="0" tIns="0" rIns="0" bIns="0" rtlCol="0"/>
          <a:lstStyle/>
          <a:p>
            <a:endParaRPr sz="1029"/>
          </a:p>
        </p:txBody>
      </p:sp>
      <p:sp>
        <p:nvSpPr>
          <p:cNvPr id="11"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779800"/>
            <a:ext cx="5627171" cy="1682133"/>
          </a:xfrm>
        </p:spPr>
        <p:txBody>
          <a:bodyPr anchor="b" anchorCtr="0">
            <a:noAutofit/>
          </a:bodyPr>
          <a:lstStyle>
            <a:lvl1pPr algn="l">
              <a:lnSpc>
                <a:spcPts val="6000"/>
              </a:lnSpc>
              <a:defRPr sz="3600" spc="60" baseline="0">
                <a:solidFill>
                  <a:srgbClr val="004050"/>
                </a:solidFill>
              </a:defRPr>
            </a:lvl1pPr>
          </a:lstStyle>
          <a:p>
            <a:r>
              <a:rPr lang="en-US" noProof="0" dirty="0"/>
              <a:t>CLICK TO EDIT MASTER TITLE STYLE</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a:extLst>
              <a:ext uri="{28A0092B-C50C-407E-A947-70E740481C1C}">
                <a14:useLocalDpi xmlns:a14="http://schemas.microsoft.com/office/drawing/2010/main" val="0"/>
              </a:ext>
            </a:extLst>
          </a:blip>
          <a:stretch>
            <a:fillRect/>
          </a:stretch>
        </p:blipFill>
        <p:spPr>
          <a:xfrm>
            <a:off x="280405" y="399619"/>
            <a:ext cx="857393" cy="522401"/>
          </a:xfrm>
          <a:prstGeom prst="rect">
            <a:avLst/>
          </a:prstGeom>
        </p:spPr>
      </p:pic>
      <p:sp>
        <p:nvSpPr>
          <p:cNvPr id="7" name="Rectangle 6"/>
          <p:cNvSpPr/>
          <p:nvPr userDrawn="1"/>
        </p:nvSpPr>
        <p:spPr>
          <a:xfrm>
            <a:off x="758190" y="769620"/>
            <a:ext cx="379608" cy="11049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161448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7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28CF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sp>
        <p:nvSpPr>
          <p:cNvPr id="11" name="Freeform 10">
            <a:extLst>
              <a:ext uri="{FF2B5EF4-FFF2-40B4-BE49-F238E27FC236}">
                <a16:creationId xmlns:a16="http://schemas.microsoft.com/office/drawing/2014/main" id="{35B5D0DF-4895-DB4F-85D9-C3FFDE55B8C8}"/>
              </a:ext>
            </a:extLst>
          </p:cNvPr>
          <p:cNvSpPr/>
          <p:nvPr userDrawn="1"/>
        </p:nvSpPr>
        <p:spPr>
          <a:xfrm>
            <a:off x="384784" y="4708688"/>
            <a:ext cx="4136901" cy="1728688"/>
          </a:xfrm>
          <a:custGeom>
            <a:avLst/>
            <a:gdLst>
              <a:gd name="connsiteX0" fmla="*/ 1041083 w 1035050"/>
              <a:gd name="connsiteY0" fmla="*/ 232283 h 527050"/>
              <a:gd name="connsiteX1" fmla="*/ 1041083 w 1035050"/>
              <a:gd name="connsiteY1" fmla="*/ 300545 h 527050"/>
              <a:gd name="connsiteX2" fmla="*/ 807403 w 1035050"/>
              <a:gd name="connsiteY2" fmla="*/ 532448 h 527050"/>
              <a:gd name="connsiteX3" fmla="*/ 738569 w 1035050"/>
              <a:gd name="connsiteY3" fmla="*/ 532448 h 527050"/>
              <a:gd name="connsiteX4" fmla="*/ 849249 w 1035050"/>
              <a:gd name="connsiteY4" fmla="*/ 300545 h 527050"/>
              <a:gd name="connsiteX5" fmla="*/ 564071 w 1035050"/>
              <a:gd name="connsiteY5" fmla="*/ 300545 h 527050"/>
              <a:gd name="connsiteX6" fmla="*/ 330454 w 1035050"/>
              <a:gd name="connsiteY6" fmla="*/ 532448 h 527050"/>
              <a:gd name="connsiteX7" fmla="*/ 261430 w 1035050"/>
              <a:gd name="connsiteY7" fmla="*/ 532448 h 527050"/>
              <a:gd name="connsiteX8" fmla="*/ 355854 w 1035050"/>
              <a:gd name="connsiteY8" fmla="*/ 314769 h 527050"/>
              <a:gd name="connsiteX9" fmla="*/ 202819 w 1035050"/>
              <a:gd name="connsiteY9" fmla="*/ 532448 h 527050"/>
              <a:gd name="connsiteX10" fmla="*/ 134049 w 1035050"/>
              <a:gd name="connsiteY10" fmla="*/ 532448 h 527050"/>
              <a:gd name="connsiteX11" fmla="*/ 232220 w 1035050"/>
              <a:gd name="connsiteY11" fmla="*/ 311277 h 527050"/>
              <a:gd name="connsiteX12" fmla="*/ 68771 w 1035050"/>
              <a:gd name="connsiteY12" fmla="*/ 532448 h 527050"/>
              <a:gd name="connsiteX13" fmla="*/ 0 w 1035050"/>
              <a:gd name="connsiteY13" fmla="*/ 532448 h 527050"/>
              <a:gd name="connsiteX14" fmla="*/ 162751 w 1035050"/>
              <a:gd name="connsiteY14" fmla="*/ 266192 h 527050"/>
              <a:gd name="connsiteX15" fmla="*/ 0 w 1035050"/>
              <a:gd name="connsiteY15" fmla="*/ 0 h 527050"/>
              <a:gd name="connsiteX16" fmla="*/ 68771 w 1035050"/>
              <a:gd name="connsiteY16" fmla="*/ 0 h 527050"/>
              <a:gd name="connsiteX17" fmla="*/ 231712 w 1035050"/>
              <a:gd name="connsiteY17" fmla="*/ 221107 h 527050"/>
              <a:gd name="connsiteX18" fmla="*/ 134049 w 1035050"/>
              <a:gd name="connsiteY18" fmla="*/ 381 h 527050"/>
              <a:gd name="connsiteX19" fmla="*/ 202819 w 1035050"/>
              <a:gd name="connsiteY19" fmla="*/ 381 h 527050"/>
              <a:gd name="connsiteX20" fmla="*/ 355918 w 1035050"/>
              <a:gd name="connsiteY20" fmla="*/ 218059 h 527050"/>
              <a:gd name="connsiteX21" fmla="*/ 261430 w 1035050"/>
              <a:gd name="connsiteY21" fmla="*/ 381 h 527050"/>
              <a:gd name="connsiteX22" fmla="*/ 330264 w 1035050"/>
              <a:gd name="connsiteY22" fmla="*/ 381 h 527050"/>
              <a:gd name="connsiteX23" fmla="*/ 564071 w 1035050"/>
              <a:gd name="connsiteY23" fmla="*/ 232283 h 527050"/>
              <a:gd name="connsiteX24" fmla="*/ 849440 w 1035050"/>
              <a:gd name="connsiteY24" fmla="*/ 232283 h 527050"/>
              <a:gd name="connsiteX25" fmla="*/ 738759 w 1035050"/>
              <a:gd name="connsiteY25" fmla="*/ 381 h 527050"/>
              <a:gd name="connsiteX26" fmla="*/ 807593 w 1035050"/>
              <a:gd name="connsiteY26" fmla="*/ 381 h 527050"/>
              <a:gd name="connsiteX27" fmla="*/ 1041083 w 1035050"/>
              <a:gd name="connsiteY27" fmla="*/ 232283 h 527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35050" h="527050">
                <a:moveTo>
                  <a:pt x="1041083" y="232283"/>
                </a:moveTo>
                <a:lnTo>
                  <a:pt x="1041083" y="300545"/>
                </a:lnTo>
                <a:cubicBezTo>
                  <a:pt x="912573" y="300194"/>
                  <a:pt x="808032" y="403939"/>
                  <a:pt x="807403" y="532448"/>
                </a:cubicBezTo>
                <a:lnTo>
                  <a:pt x="738569" y="532448"/>
                </a:lnTo>
                <a:cubicBezTo>
                  <a:pt x="738665" y="442426"/>
                  <a:pt x="779322" y="357240"/>
                  <a:pt x="849249" y="300545"/>
                </a:cubicBezTo>
                <a:lnTo>
                  <a:pt x="564071" y="300545"/>
                </a:lnTo>
                <a:cubicBezTo>
                  <a:pt x="435571" y="300194"/>
                  <a:pt x="331049" y="403949"/>
                  <a:pt x="330454" y="532448"/>
                </a:cubicBezTo>
                <a:lnTo>
                  <a:pt x="261430" y="532448"/>
                </a:lnTo>
                <a:cubicBezTo>
                  <a:pt x="261469" y="449957"/>
                  <a:pt x="295649" y="371162"/>
                  <a:pt x="355854" y="314769"/>
                </a:cubicBezTo>
                <a:cubicBezTo>
                  <a:pt x="264255" y="348074"/>
                  <a:pt x="203155" y="434982"/>
                  <a:pt x="202819" y="532448"/>
                </a:cubicBezTo>
                <a:lnTo>
                  <a:pt x="134049" y="532448"/>
                </a:lnTo>
                <a:cubicBezTo>
                  <a:pt x="134077" y="448170"/>
                  <a:pt x="169736" y="367833"/>
                  <a:pt x="232220" y="311277"/>
                </a:cubicBezTo>
                <a:cubicBezTo>
                  <a:pt x="135308" y="341431"/>
                  <a:pt x="69149" y="430954"/>
                  <a:pt x="68771" y="532448"/>
                </a:cubicBezTo>
                <a:lnTo>
                  <a:pt x="0" y="532448"/>
                </a:lnTo>
                <a:cubicBezTo>
                  <a:pt x="242" y="420258"/>
                  <a:pt x="63014" y="317565"/>
                  <a:pt x="162751" y="266192"/>
                </a:cubicBezTo>
                <a:cubicBezTo>
                  <a:pt x="63024" y="214841"/>
                  <a:pt x="251" y="112170"/>
                  <a:pt x="0" y="0"/>
                </a:cubicBezTo>
                <a:lnTo>
                  <a:pt x="68771" y="0"/>
                </a:lnTo>
                <a:cubicBezTo>
                  <a:pt x="69086" y="101339"/>
                  <a:pt x="135011" y="190797"/>
                  <a:pt x="231712" y="221107"/>
                </a:cubicBezTo>
                <a:cubicBezTo>
                  <a:pt x="169531" y="164565"/>
                  <a:pt x="134072" y="84425"/>
                  <a:pt x="134049" y="381"/>
                </a:cubicBezTo>
                <a:lnTo>
                  <a:pt x="202819" y="381"/>
                </a:lnTo>
                <a:cubicBezTo>
                  <a:pt x="203128" y="97875"/>
                  <a:pt x="264269" y="184807"/>
                  <a:pt x="355918" y="218059"/>
                </a:cubicBezTo>
                <a:cubicBezTo>
                  <a:pt x="295689" y="161678"/>
                  <a:pt x="261486" y="82882"/>
                  <a:pt x="261430" y="381"/>
                </a:cubicBezTo>
                <a:lnTo>
                  <a:pt x="330264" y="381"/>
                </a:lnTo>
                <a:cubicBezTo>
                  <a:pt x="330893" y="128940"/>
                  <a:pt x="435511" y="232705"/>
                  <a:pt x="564071" y="232283"/>
                </a:cubicBezTo>
                <a:lnTo>
                  <a:pt x="849440" y="232283"/>
                </a:lnTo>
                <a:cubicBezTo>
                  <a:pt x="779505" y="175595"/>
                  <a:pt x="738847" y="90405"/>
                  <a:pt x="738759" y="381"/>
                </a:cubicBezTo>
                <a:lnTo>
                  <a:pt x="807593" y="381"/>
                </a:lnTo>
                <a:cubicBezTo>
                  <a:pt x="808223" y="128815"/>
                  <a:pt x="912647" y="232530"/>
                  <a:pt x="1041083" y="232283"/>
                </a:cubicBezTo>
                <a:close/>
              </a:path>
            </a:pathLst>
          </a:custGeom>
          <a:solidFill>
            <a:srgbClr val="004050"/>
          </a:solidFill>
          <a:ln w="6350" cap="flat">
            <a:noFill/>
            <a:prstDash val="solid"/>
            <a:miter/>
          </a:ln>
        </p:spPr>
        <p:txBody>
          <a:bodyPr rtlCol="0" anchor="ctr"/>
          <a:lstStyle/>
          <a:p>
            <a:endParaRPr lang="en-GB"/>
          </a:p>
        </p:txBody>
      </p:sp>
    </p:spTree>
    <p:extLst>
      <p:ext uri="{BB962C8B-B14F-4D97-AF65-F5344CB8AC3E}">
        <p14:creationId xmlns:p14="http://schemas.microsoft.com/office/powerpoint/2010/main" val="274887005"/>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7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8"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1" name="Group 20"/>
          <p:cNvGrpSpPr/>
          <p:nvPr userDrawn="1"/>
        </p:nvGrpSpPr>
        <p:grpSpPr>
          <a:xfrm>
            <a:off x="-6058" y="3531457"/>
            <a:ext cx="5797612" cy="2365031"/>
            <a:chOff x="-2229" y="2361812"/>
            <a:chExt cx="11067619" cy="4514835"/>
          </a:xfrm>
          <a:solidFill>
            <a:srgbClr val="28CFF9"/>
          </a:solidFill>
        </p:grpSpPr>
        <p:sp>
          <p:nvSpPr>
            <p:cNvPr id="22" name="Freeform 21">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3" name="Freeform 2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4" name="Freeform 23">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822106750"/>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28CFF9"/>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194725214"/>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Activity 1">
    <p:bg>
      <p:bgPr>
        <a:solidFill>
          <a:srgbClr val="28CFF9"/>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28947671"/>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5_03 Section Divider">
    <p:bg>
      <p:bgPr>
        <a:solidFill>
          <a:srgbClr val="F3622C"/>
        </a:solidFill>
        <a:effectLst/>
      </p:bgPr>
    </p:bg>
    <p:spTree>
      <p:nvGrpSpPr>
        <p:cNvPr id="1" name=""/>
        <p:cNvGrpSpPr/>
        <p:nvPr/>
      </p:nvGrpSpPr>
      <p:grpSpPr>
        <a:xfrm>
          <a:off x="0" y="0"/>
          <a:ext cx="0" cy="0"/>
          <a:chOff x="0" y="0"/>
          <a:chExt cx="0" cy="0"/>
        </a:xfrm>
      </p:grpSpPr>
      <p:sp>
        <p:nvSpPr>
          <p:cNvPr id="16" name="Rectangle 15"/>
          <p:cNvSpPr/>
          <p:nvPr userDrawn="1"/>
        </p:nvSpPr>
        <p:spPr>
          <a:xfrm>
            <a:off x="760859" y="768561"/>
            <a:ext cx="379608" cy="11049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Title 1">
            <a:extLst>
              <a:ext uri="{FF2B5EF4-FFF2-40B4-BE49-F238E27FC236}">
                <a16:creationId xmlns:a16="http://schemas.microsoft.com/office/drawing/2014/main" id="{EBBB6D40-B4C9-8B4A-B2A6-126F64906376}"/>
              </a:ext>
            </a:extLst>
          </p:cNvPr>
          <p:cNvSpPr>
            <a:spLocks noGrp="1"/>
          </p:cNvSpPr>
          <p:nvPr userDrawn="1">
            <p:ph type="ctrTitle" hasCustomPrompt="1"/>
          </p:nvPr>
        </p:nvSpPr>
        <p:spPr>
          <a:xfrm>
            <a:off x="376239" y="1556247"/>
            <a:ext cx="5810250" cy="2277604"/>
          </a:xfrm>
        </p:spPr>
        <p:txBody>
          <a:bodyPr anchor="b" anchorCtr="0">
            <a:noAutofit/>
          </a:bodyPr>
          <a:lstStyle>
            <a:lvl1pPr algn="l">
              <a:lnSpc>
                <a:spcPct val="90000"/>
              </a:lnSpc>
              <a:defRPr sz="3600" spc="60" baseline="0">
                <a:solidFill>
                  <a:schemeClr val="bg1"/>
                </a:solidFill>
              </a:defRPr>
            </a:lvl1pPr>
          </a:lstStyle>
          <a:p>
            <a:r>
              <a:rPr lang="en-US" noProof="0" dirty="0"/>
              <a:t>CLICK TO EDIT </a:t>
            </a:r>
            <a:br>
              <a:rPr lang="en-US" noProof="0" dirty="0"/>
            </a:br>
            <a:r>
              <a:rPr lang="en-US" noProof="0" dirty="0"/>
              <a:t>MASTER TITLE STYLE</a:t>
            </a:r>
            <a:endParaRPr lang="en-GB" noProof="0" dirty="0"/>
          </a:p>
        </p:txBody>
      </p:sp>
      <p:grpSp>
        <p:nvGrpSpPr>
          <p:cNvPr id="6" name="Group 5"/>
          <p:cNvGrpSpPr/>
          <p:nvPr userDrawn="1"/>
        </p:nvGrpSpPr>
        <p:grpSpPr>
          <a:xfrm>
            <a:off x="-2229" y="2361812"/>
            <a:ext cx="11067619" cy="4502135"/>
            <a:chOff x="-2229" y="2361812"/>
            <a:chExt cx="11067619" cy="4502135"/>
          </a:xfrm>
        </p:grpSpPr>
        <p:sp>
          <p:nvSpPr>
            <p:cNvPr id="10" name="Freeform 9">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15" name="Freeform 14">
              <a:extLst>
                <a:ext uri="{FF2B5EF4-FFF2-40B4-BE49-F238E27FC236}">
                  <a16:creationId xmlns:a16="http://schemas.microsoft.com/office/drawing/2014/main" id="{2F450B4C-241D-A544-BBEF-175E01D6A139}"/>
                </a:ext>
              </a:extLst>
            </p:cNvPr>
            <p:cNvSpPr/>
            <p:nvPr userDrawn="1"/>
          </p:nvSpPr>
          <p:spPr>
            <a:xfrm flipV="1">
              <a:off x="-467" y="49513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2235614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F362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4" name="Group 3"/>
          <p:cNvGrpSpPr/>
          <p:nvPr userDrawn="1"/>
        </p:nvGrpSpPr>
        <p:grpSpPr>
          <a:xfrm>
            <a:off x="-1717" y="4568506"/>
            <a:ext cx="4628886" cy="1406446"/>
            <a:chOff x="-1717" y="4568506"/>
            <a:chExt cx="4628886" cy="1406446"/>
          </a:xfrm>
        </p:grpSpPr>
        <p:sp>
          <p:nvSpPr>
            <p:cNvPr id="11" name="Freeform 10">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sp>
          <p:nvSpPr>
            <p:cNvPr id="13" name="Freeform 12">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8D237"/>
            </a:solidFill>
            <a:ln w="6350" cap="flat">
              <a:noFill/>
              <a:prstDash val="solid"/>
              <a:miter/>
            </a:ln>
          </p:spPr>
          <p:txBody>
            <a:bodyPr rtlCol="0" anchor="ctr"/>
            <a:lstStyle/>
            <a:p>
              <a:endParaRPr lang="en-GB"/>
            </a:p>
          </p:txBody>
        </p:sp>
        <p:sp>
          <p:nvSpPr>
            <p:cNvPr id="20" name="Freeform 19">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solidFill>
              <a:srgbClr val="F8D237"/>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998918914"/>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ext Slide A">
    <p:spTree>
      <p:nvGrpSpPr>
        <p:cNvPr id="1" name=""/>
        <p:cNvGrpSpPr/>
        <p:nvPr/>
      </p:nvGrpSpPr>
      <p:grpSpPr>
        <a:xfrm>
          <a:off x="0" y="0"/>
          <a:ext cx="0" cy="0"/>
          <a:chOff x="0" y="0"/>
          <a:chExt cx="0" cy="0"/>
        </a:xfrm>
      </p:grpSpPr>
      <p:sp>
        <p:nvSpPr>
          <p:cNvPr id="15"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6"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8" name="Group 27"/>
          <p:cNvGrpSpPr/>
          <p:nvPr userDrawn="1"/>
        </p:nvGrpSpPr>
        <p:grpSpPr>
          <a:xfrm>
            <a:off x="-6058" y="3531457"/>
            <a:ext cx="5797612" cy="2365031"/>
            <a:chOff x="-2229" y="2361812"/>
            <a:chExt cx="11067619" cy="4514835"/>
          </a:xfrm>
        </p:grpSpPr>
        <p:sp>
          <p:nvSpPr>
            <p:cNvPr id="29" name="Freeform 28">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sp>
          <p:nvSpPr>
            <p:cNvPr id="30" name="Freeform 29">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solidFill>
              <a:srgbClr val="F3622C"/>
            </a:solidFill>
            <a:ln w="6350" cap="flat">
              <a:noFill/>
              <a:prstDash val="solid"/>
              <a:miter/>
            </a:ln>
          </p:spPr>
          <p:txBody>
            <a:bodyPr rtlCol="0" anchor="ctr"/>
            <a:lstStyle/>
            <a:p>
              <a:endParaRPr lang="en-GB"/>
            </a:p>
          </p:txBody>
        </p:sp>
        <p:sp>
          <p:nvSpPr>
            <p:cNvPr id="31" name="Freeform 30">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solidFill>
              <a:srgbClr val="F3622C"/>
            </a:solid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416148498"/>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F1612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100865721"/>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2_Activity 1">
    <p:bg>
      <p:bgPr>
        <a:solidFill>
          <a:srgbClr val="F3622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accent1"/>
          </a:solidFill>
          <a:ln w="6350" cap="flat">
            <a:noFill/>
            <a:prstDash val="solid"/>
            <a:miter/>
          </a:ln>
        </p:spPr>
        <p:txBody>
          <a:bodyPr rtlCol="0" anchor="ctr"/>
          <a:lstStyle/>
          <a:p>
            <a:endParaRPr lang="en-GB">
              <a:solidFill>
                <a:schemeClr val="bg1"/>
              </a:solidFill>
            </a:endParaRPr>
          </a:p>
        </p:txBody>
      </p:sp>
      <p:sp>
        <p:nvSpPr>
          <p:cNvPr id="5"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rgbClr val="004050"/>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6"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lvl1pPr>
          </a:lstStyle>
          <a:p>
            <a:pPr lvl="0"/>
            <a:r>
              <a:rPr lang="en-US" dirty="0"/>
              <a:t>Click to edit instructions</a:t>
            </a:r>
          </a:p>
        </p:txBody>
      </p:sp>
    </p:spTree>
    <p:extLst>
      <p:ext uri="{BB962C8B-B14F-4D97-AF65-F5344CB8AC3E}">
        <p14:creationId xmlns:p14="http://schemas.microsoft.com/office/powerpoint/2010/main" val="1937711222"/>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3_02 Section Divider">
    <p:bg>
      <p:bgPr>
        <a:solidFill>
          <a:srgbClr val="7E007C"/>
        </a:solidFill>
        <a:effectLst/>
      </p:bgPr>
    </p:bg>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A0DD6AED-2202-DD48-A2D6-60CCC5F07320}"/>
              </a:ext>
            </a:extLst>
          </p:cNvPr>
          <p:cNvSpPr/>
          <p:nvPr userDrawn="1"/>
        </p:nvSpPr>
        <p:spPr>
          <a:xfrm>
            <a:off x="-609" y="2116538"/>
            <a:ext cx="11411496" cy="5526322"/>
          </a:xfrm>
          <a:custGeom>
            <a:avLst/>
            <a:gdLst>
              <a:gd name="connsiteX0" fmla="*/ 676275 w 1009650"/>
              <a:gd name="connsiteY0" fmla="*/ 287331 h 488950"/>
              <a:gd name="connsiteX1" fmla="*/ 7684 w 1009650"/>
              <a:gd name="connsiteY1" fmla="*/ 287331 h 488950"/>
              <a:gd name="connsiteX2" fmla="*/ 0 w 1009650"/>
              <a:gd name="connsiteY2" fmla="*/ 279838 h 488950"/>
              <a:gd name="connsiteX3" fmla="*/ 0 w 1009650"/>
              <a:gd name="connsiteY3" fmla="*/ 210877 h 488950"/>
              <a:gd name="connsiteX4" fmla="*/ 6350 w 1009650"/>
              <a:gd name="connsiteY4" fmla="*/ 204527 h 488950"/>
              <a:gd name="connsiteX5" fmla="*/ 666750 w 1009650"/>
              <a:gd name="connsiteY5" fmla="*/ 204527 h 488950"/>
              <a:gd name="connsiteX6" fmla="*/ 676212 w 1009650"/>
              <a:gd name="connsiteY6" fmla="*/ 195002 h 488950"/>
              <a:gd name="connsiteX7" fmla="*/ 676212 w 1009650"/>
              <a:gd name="connsiteY7" fmla="*/ 10852 h 488950"/>
              <a:gd name="connsiteX8" fmla="*/ 681800 w 1009650"/>
              <a:gd name="connsiteY8" fmla="*/ 2661 h 488950"/>
              <a:gd name="connsiteX9" fmla="*/ 684975 w 1009650"/>
              <a:gd name="connsiteY9" fmla="*/ 1137 h 488950"/>
              <a:gd name="connsiteX10" fmla="*/ 690245 w 1009650"/>
              <a:gd name="connsiteY10" fmla="*/ 1835 h 488950"/>
              <a:gd name="connsiteX11" fmla="*/ 729552 w 1009650"/>
              <a:gd name="connsiteY11" fmla="*/ 43428 h 488950"/>
              <a:gd name="connsiteX12" fmla="*/ 770319 w 1009650"/>
              <a:gd name="connsiteY12" fmla="*/ 82036 h 488950"/>
              <a:gd name="connsiteX13" fmla="*/ 827469 w 1009650"/>
              <a:gd name="connsiteY13" fmla="*/ 129788 h 488950"/>
              <a:gd name="connsiteX14" fmla="*/ 873506 w 1009650"/>
              <a:gd name="connsiteY14" fmla="*/ 162681 h 488950"/>
              <a:gd name="connsiteX15" fmla="*/ 907415 w 1009650"/>
              <a:gd name="connsiteY15" fmla="*/ 185350 h 488950"/>
              <a:gd name="connsiteX16" fmla="*/ 935673 w 1009650"/>
              <a:gd name="connsiteY16" fmla="*/ 201670 h 488950"/>
              <a:gd name="connsiteX17" fmla="*/ 967804 w 1009650"/>
              <a:gd name="connsiteY17" fmla="*/ 218942 h 488950"/>
              <a:gd name="connsiteX18" fmla="*/ 997903 w 1009650"/>
              <a:gd name="connsiteY18" fmla="*/ 232848 h 488950"/>
              <a:gd name="connsiteX19" fmla="*/ 1010031 w 1009650"/>
              <a:gd name="connsiteY19" fmla="*/ 238436 h 488950"/>
              <a:gd name="connsiteX20" fmla="*/ 1011428 w 1009650"/>
              <a:gd name="connsiteY20" fmla="*/ 241294 h 488950"/>
              <a:gd name="connsiteX21" fmla="*/ 1011428 w 1009650"/>
              <a:gd name="connsiteY21" fmla="*/ 248914 h 488950"/>
              <a:gd name="connsiteX22" fmla="*/ 1008189 w 1009650"/>
              <a:gd name="connsiteY22" fmla="*/ 253422 h 488950"/>
              <a:gd name="connsiteX23" fmla="*/ 952183 w 1009650"/>
              <a:gd name="connsiteY23" fmla="*/ 281045 h 488950"/>
              <a:gd name="connsiteX24" fmla="*/ 906145 w 1009650"/>
              <a:gd name="connsiteY24" fmla="*/ 306953 h 488950"/>
              <a:gd name="connsiteX25" fmla="*/ 872236 w 1009650"/>
              <a:gd name="connsiteY25" fmla="*/ 329622 h 488950"/>
              <a:gd name="connsiteX26" fmla="*/ 835406 w 1009650"/>
              <a:gd name="connsiteY26" fmla="*/ 355467 h 488950"/>
              <a:gd name="connsiteX27" fmla="*/ 796100 w 1009650"/>
              <a:gd name="connsiteY27" fmla="*/ 386455 h 488950"/>
              <a:gd name="connsiteX28" fmla="*/ 760730 w 1009650"/>
              <a:gd name="connsiteY28" fmla="*/ 416998 h 488950"/>
              <a:gd name="connsiteX29" fmla="*/ 716280 w 1009650"/>
              <a:gd name="connsiteY29" fmla="*/ 460686 h 488950"/>
              <a:gd name="connsiteX30" fmla="*/ 690880 w 1009650"/>
              <a:gd name="connsiteY30" fmla="*/ 488563 h 488950"/>
              <a:gd name="connsiteX31" fmla="*/ 685292 w 1009650"/>
              <a:gd name="connsiteY31" fmla="*/ 489642 h 488950"/>
              <a:gd name="connsiteX32" fmla="*/ 678942 w 1009650"/>
              <a:gd name="connsiteY32" fmla="*/ 486404 h 488950"/>
              <a:gd name="connsiteX33" fmla="*/ 676402 w 1009650"/>
              <a:gd name="connsiteY33" fmla="*/ 480054 h 488950"/>
              <a:gd name="connsiteX34" fmla="*/ 676402 w 1009650"/>
              <a:gd name="connsiteY34" fmla="*/ 378454 h 488950"/>
              <a:gd name="connsiteX35" fmla="*/ 676402 w 1009650"/>
              <a:gd name="connsiteY35" fmla="*/ 287331 h 48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09650" h="488950">
                <a:moveTo>
                  <a:pt x="676275" y="287331"/>
                </a:moveTo>
                <a:lnTo>
                  <a:pt x="7684" y="287331"/>
                </a:lnTo>
                <a:cubicBezTo>
                  <a:pt x="0" y="287331"/>
                  <a:pt x="0" y="287331"/>
                  <a:pt x="0" y="279838"/>
                </a:cubicBezTo>
                <a:cubicBezTo>
                  <a:pt x="0" y="256851"/>
                  <a:pt x="0" y="233864"/>
                  <a:pt x="0" y="210877"/>
                </a:cubicBezTo>
                <a:cubicBezTo>
                  <a:pt x="0" y="205543"/>
                  <a:pt x="1524" y="204527"/>
                  <a:pt x="6350" y="204527"/>
                </a:cubicBezTo>
                <a:cubicBezTo>
                  <a:pt x="226483" y="204527"/>
                  <a:pt x="446617" y="204527"/>
                  <a:pt x="666750" y="204527"/>
                </a:cubicBezTo>
                <a:cubicBezTo>
                  <a:pt x="677228" y="204527"/>
                  <a:pt x="676212" y="205988"/>
                  <a:pt x="676212" y="195002"/>
                </a:cubicBezTo>
                <a:cubicBezTo>
                  <a:pt x="676212" y="133661"/>
                  <a:pt x="676212" y="72278"/>
                  <a:pt x="676212" y="10852"/>
                </a:cubicBezTo>
                <a:cubicBezTo>
                  <a:pt x="675743" y="7103"/>
                  <a:pt x="678138" y="3592"/>
                  <a:pt x="681800" y="2661"/>
                </a:cubicBezTo>
                <a:cubicBezTo>
                  <a:pt x="682942" y="2349"/>
                  <a:pt x="684018" y="1833"/>
                  <a:pt x="684975" y="1137"/>
                </a:cubicBezTo>
                <a:cubicBezTo>
                  <a:pt x="687070" y="-451"/>
                  <a:pt x="688150" y="-514"/>
                  <a:pt x="690245" y="1835"/>
                </a:cubicBezTo>
                <a:cubicBezTo>
                  <a:pt x="702945" y="15932"/>
                  <a:pt x="716090" y="29966"/>
                  <a:pt x="729552" y="43428"/>
                </a:cubicBezTo>
                <a:cubicBezTo>
                  <a:pt x="743014" y="56890"/>
                  <a:pt x="756222" y="69780"/>
                  <a:pt x="770319" y="82036"/>
                </a:cubicBezTo>
                <a:cubicBezTo>
                  <a:pt x="789051" y="98419"/>
                  <a:pt x="808419" y="114421"/>
                  <a:pt x="827469" y="129788"/>
                </a:cubicBezTo>
                <a:cubicBezTo>
                  <a:pt x="842328" y="141408"/>
                  <a:pt x="858012" y="151886"/>
                  <a:pt x="873506" y="162681"/>
                </a:cubicBezTo>
                <a:cubicBezTo>
                  <a:pt x="884682" y="170428"/>
                  <a:pt x="895922" y="178111"/>
                  <a:pt x="907415" y="185350"/>
                </a:cubicBezTo>
                <a:cubicBezTo>
                  <a:pt x="916623" y="191192"/>
                  <a:pt x="926148" y="196399"/>
                  <a:pt x="935673" y="201670"/>
                </a:cubicBezTo>
                <a:cubicBezTo>
                  <a:pt x="946277" y="207575"/>
                  <a:pt x="956945" y="213481"/>
                  <a:pt x="967804" y="218942"/>
                </a:cubicBezTo>
                <a:cubicBezTo>
                  <a:pt x="977710" y="223895"/>
                  <a:pt x="987870" y="228213"/>
                  <a:pt x="997903" y="232848"/>
                </a:cubicBezTo>
                <a:cubicBezTo>
                  <a:pt x="1001967" y="234690"/>
                  <a:pt x="1006094" y="236404"/>
                  <a:pt x="1010031" y="238436"/>
                </a:cubicBezTo>
                <a:cubicBezTo>
                  <a:pt x="1010884" y="239145"/>
                  <a:pt x="1011393" y="240185"/>
                  <a:pt x="1011428" y="241294"/>
                </a:cubicBezTo>
                <a:cubicBezTo>
                  <a:pt x="1011811" y="243819"/>
                  <a:pt x="1011811" y="246388"/>
                  <a:pt x="1011428" y="248914"/>
                </a:cubicBezTo>
                <a:cubicBezTo>
                  <a:pt x="1010997" y="250790"/>
                  <a:pt x="1009830" y="252415"/>
                  <a:pt x="1008189" y="253422"/>
                </a:cubicBezTo>
                <a:cubicBezTo>
                  <a:pt x="989584" y="262693"/>
                  <a:pt x="970661" y="271456"/>
                  <a:pt x="952183" y="281045"/>
                </a:cubicBezTo>
                <a:cubicBezTo>
                  <a:pt x="936562" y="289173"/>
                  <a:pt x="921195" y="297872"/>
                  <a:pt x="906145" y="306953"/>
                </a:cubicBezTo>
                <a:cubicBezTo>
                  <a:pt x="894525" y="313938"/>
                  <a:pt x="883412" y="321939"/>
                  <a:pt x="872236" y="329622"/>
                </a:cubicBezTo>
                <a:cubicBezTo>
                  <a:pt x="859854" y="338131"/>
                  <a:pt x="847408" y="346513"/>
                  <a:pt x="835406" y="355467"/>
                </a:cubicBezTo>
                <a:cubicBezTo>
                  <a:pt x="822071" y="365500"/>
                  <a:pt x="808969" y="375829"/>
                  <a:pt x="796100" y="386455"/>
                </a:cubicBezTo>
                <a:cubicBezTo>
                  <a:pt x="784035" y="396297"/>
                  <a:pt x="772097" y="406330"/>
                  <a:pt x="760730" y="416998"/>
                </a:cubicBezTo>
                <a:cubicBezTo>
                  <a:pt x="745554" y="431159"/>
                  <a:pt x="730822" y="445827"/>
                  <a:pt x="716280" y="460686"/>
                </a:cubicBezTo>
                <a:cubicBezTo>
                  <a:pt x="707454" y="469640"/>
                  <a:pt x="699516" y="479419"/>
                  <a:pt x="690880" y="488563"/>
                </a:cubicBezTo>
                <a:cubicBezTo>
                  <a:pt x="689269" y="489731"/>
                  <a:pt x="687223" y="490126"/>
                  <a:pt x="685292" y="489642"/>
                </a:cubicBezTo>
                <a:cubicBezTo>
                  <a:pt x="682920" y="489162"/>
                  <a:pt x="680724" y="488042"/>
                  <a:pt x="678942" y="486404"/>
                </a:cubicBezTo>
                <a:cubicBezTo>
                  <a:pt x="677383" y="484647"/>
                  <a:pt x="676484" y="482402"/>
                  <a:pt x="676402" y="480054"/>
                </a:cubicBezTo>
                <a:cubicBezTo>
                  <a:pt x="676402" y="446208"/>
                  <a:pt x="676402" y="412299"/>
                  <a:pt x="676402" y="378454"/>
                </a:cubicBezTo>
                <a:lnTo>
                  <a:pt x="676402" y="287331"/>
                </a:lnTo>
                <a:close/>
              </a:path>
            </a:pathLst>
          </a:custGeom>
          <a:solidFill>
            <a:srgbClr val="F91258"/>
          </a:solidFill>
          <a:ln w="6350" cap="flat">
            <a:noFill/>
            <a:prstDash val="solid"/>
            <a:miter/>
          </a:ln>
        </p:spPr>
        <p:txBody>
          <a:bodyPr rtlCol="0" anchor="ctr"/>
          <a:lstStyle/>
          <a:p>
            <a:endParaRPr lang="en-GB"/>
          </a:p>
        </p:txBody>
      </p:sp>
      <p:sp>
        <p:nvSpPr>
          <p:cNvPr id="13"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76238" y="2067007"/>
            <a:ext cx="5627171" cy="2353439"/>
          </a:xfrm>
        </p:spPr>
        <p:txBody>
          <a:bodyPr anchor="b" anchorCtr="0">
            <a:noAutofit/>
          </a:bodyPr>
          <a:lstStyle>
            <a:lvl1pPr algn="l">
              <a:lnSpc>
                <a:spcPts val="6000"/>
              </a:lnSpc>
              <a:defRPr sz="3600" spc="60" baseline="0">
                <a:solidFill>
                  <a:schemeClr val="bg1"/>
                </a:solidFill>
              </a:defRPr>
            </a:lvl1pPr>
          </a:lstStyle>
          <a:p>
            <a:r>
              <a:rPr lang="en-US" noProof="0" dirty="0"/>
              <a:t>CLICK TO EDIT MASTER TITLE STYLE</a:t>
            </a:r>
            <a:endParaRPr lang="en-GB" noProof="0" dirty="0"/>
          </a:p>
        </p:txBody>
      </p:sp>
    </p:spTree>
    <p:extLst>
      <p:ext uri="{BB962C8B-B14F-4D97-AF65-F5344CB8AC3E}">
        <p14:creationId xmlns:p14="http://schemas.microsoft.com/office/powerpoint/2010/main" val="39967457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4_Text Slide - With side bar C1">
    <p:spTree>
      <p:nvGrpSpPr>
        <p:cNvPr id="1" name=""/>
        <p:cNvGrpSpPr/>
        <p:nvPr/>
      </p:nvGrpSpPr>
      <p:grpSpPr>
        <a:xfrm>
          <a:off x="0" y="0"/>
          <a:ext cx="0" cy="0"/>
          <a:chOff x="0" y="0"/>
          <a:chExt cx="0" cy="0"/>
        </a:xfrm>
      </p:grpSpPr>
      <p:sp>
        <p:nvSpPr>
          <p:cNvPr id="6" name="Rectangle 5"/>
          <p:cNvSpPr/>
          <p:nvPr userDrawn="1"/>
        </p:nvSpPr>
        <p:spPr>
          <a:xfrm>
            <a:off x="-1" y="0"/>
            <a:ext cx="4070352" cy="6858000"/>
          </a:xfrm>
          <a:prstGeom prst="rect">
            <a:avLst/>
          </a:prstGeom>
          <a:solidFill>
            <a:srgbClr val="7E007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laceholder 2"/>
          <p:cNvSpPr>
            <a:spLocks noGrp="1"/>
          </p:cNvSpPr>
          <p:nvPr>
            <p:ph type="body" sz="quarter" idx="10" hasCustomPrompt="1"/>
          </p:nvPr>
        </p:nvSpPr>
        <p:spPr>
          <a:xfrm>
            <a:off x="384784" y="1349984"/>
            <a:ext cx="3443732" cy="2751998"/>
          </a:xfrm>
        </p:spPr>
        <p:txBody>
          <a:bodyPr/>
          <a:lstStyle>
            <a:lvl1pPr marL="0" indent="0">
              <a:lnSpc>
                <a:spcPct val="90000"/>
              </a:lnSpc>
              <a:spcAft>
                <a:spcPts val="0"/>
              </a:spcAft>
              <a:buFont typeface="Arial" panose="020B0604020202020204" pitchFamily="34" charset="0"/>
              <a:buNone/>
              <a:defRPr sz="3600" cap="all" spc="60" baseline="0">
                <a:solidFill>
                  <a:schemeClr val="bg1"/>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slide title to sit here</a:t>
            </a:r>
          </a:p>
        </p:txBody>
      </p:sp>
      <p:sp>
        <p:nvSpPr>
          <p:cNvPr id="9" name="Text Placeholder 4"/>
          <p:cNvSpPr>
            <a:spLocks noGrp="1"/>
          </p:cNvSpPr>
          <p:nvPr>
            <p:ph type="body" sz="quarter" idx="15" hasCustomPrompt="1"/>
          </p:nvPr>
        </p:nvSpPr>
        <p:spPr>
          <a:xfrm>
            <a:off x="5037138" y="1349984"/>
            <a:ext cx="5803900" cy="4094163"/>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20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t>
            </a:r>
            <a:r>
              <a:rPr lang="en-US" dirty="0" err="1"/>
              <a:t>sed</a:t>
            </a:r>
            <a:r>
              <a:rPr lang="en-US" dirty="0"/>
              <a:t> </a:t>
            </a:r>
            <a:r>
              <a:rPr lang="en-US" dirty="0" err="1"/>
              <a:t>diam</a:t>
            </a:r>
            <a:r>
              <a:rPr lang="en-US" dirty="0"/>
              <a:t> </a:t>
            </a:r>
            <a:r>
              <a:rPr lang="en-US" dirty="0" err="1"/>
              <a:t>nonummy</a:t>
            </a:r>
            <a:r>
              <a:rPr lang="en-US" dirty="0"/>
              <a:t> </a:t>
            </a:r>
            <a:r>
              <a:rPr lang="en-US" dirty="0" err="1"/>
              <a:t>nibh</a:t>
            </a:r>
            <a:r>
              <a:rPr lang="en-US" dirty="0"/>
              <a:t> </a:t>
            </a:r>
            <a:r>
              <a:rPr lang="en-US" dirty="0" err="1"/>
              <a:t>laoreet</a:t>
            </a:r>
            <a:r>
              <a:rPr lang="en-US" dirty="0"/>
              <a:t> </a:t>
            </a:r>
            <a:r>
              <a:rPr lang="en-US" dirty="0" err="1"/>
              <a:t>dolore</a:t>
            </a:r>
            <a:r>
              <a:rPr lang="en-US" dirty="0"/>
              <a:t> magna.</a:t>
            </a:r>
          </a:p>
          <a:p>
            <a:pPr lvl="1"/>
            <a:r>
              <a:rPr lang="en-US" dirty="0"/>
              <a:t>Second level</a:t>
            </a:r>
          </a:p>
        </p:txBody>
      </p:sp>
      <p:grpSp>
        <p:nvGrpSpPr>
          <p:cNvPr id="33" name="Group 32"/>
          <p:cNvGrpSpPr/>
          <p:nvPr userDrawn="1"/>
        </p:nvGrpSpPr>
        <p:grpSpPr>
          <a:xfrm>
            <a:off x="-1717" y="4568506"/>
            <a:ext cx="4628886" cy="1406446"/>
            <a:chOff x="-1717" y="4568506"/>
            <a:chExt cx="4628886" cy="1406446"/>
          </a:xfrm>
          <a:solidFill>
            <a:srgbClr val="F91258"/>
          </a:solidFill>
        </p:grpSpPr>
        <p:sp>
          <p:nvSpPr>
            <p:cNvPr id="34" name="Freeform 33">
              <a:extLst>
                <a:ext uri="{FF2B5EF4-FFF2-40B4-BE49-F238E27FC236}">
                  <a16:creationId xmlns:a16="http://schemas.microsoft.com/office/drawing/2014/main" id="{2F450B4C-241D-A544-BBEF-175E01D6A139}"/>
                </a:ext>
              </a:extLst>
            </p:cNvPr>
            <p:cNvSpPr/>
            <p:nvPr userDrawn="1"/>
          </p:nvSpPr>
          <p:spPr>
            <a:xfrm>
              <a:off x="-1717" y="4568506"/>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sp>
          <p:nvSpPr>
            <p:cNvPr id="35" name="Freeform 34">
              <a:extLst>
                <a:ext uri="{FF2B5EF4-FFF2-40B4-BE49-F238E27FC236}">
                  <a16:creationId xmlns:a16="http://schemas.microsoft.com/office/drawing/2014/main" id="{17BA7C41-EA1C-2F4D-90C7-EC472AB85B8A}"/>
                </a:ext>
              </a:extLst>
            </p:cNvPr>
            <p:cNvSpPr/>
            <p:nvPr/>
          </p:nvSpPr>
          <p:spPr>
            <a:xfrm>
              <a:off x="3713028" y="4568727"/>
              <a:ext cx="914141" cy="1401463"/>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36" name="Freeform 35">
              <a:extLst>
                <a:ext uri="{FF2B5EF4-FFF2-40B4-BE49-F238E27FC236}">
                  <a16:creationId xmlns:a16="http://schemas.microsoft.com/office/drawing/2014/main" id="{2F450B4C-241D-A544-BBEF-175E01D6A139}"/>
                </a:ext>
              </a:extLst>
            </p:cNvPr>
            <p:cNvSpPr/>
            <p:nvPr userDrawn="1"/>
          </p:nvSpPr>
          <p:spPr>
            <a:xfrm flipV="1">
              <a:off x="-1717" y="5379567"/>
              <a:ext cx="4004222" cy="595385"/>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8896" h="248186">
                  <a:moveTo>
                    <a:pt x="1668896" y="248186"/>
                  </a:moveTo>
                  <a:lnTo>
                    <a:pt x="331" y="248186"/>
                  </a:lnTo>
                  <a:cubicBezTo>
                    <a:pt x="-110" y="229623"/>
                    <a:pt x="441" y="211060"/>
                    <a:pt x="0" y="192497"/>
                  </a:cubicBezTo>
                  <a:lnTo>
                    <a:pt x="1522910" y="192497"/>
                  </a:lnTo>
                  <a:cubicBezTo>
                    <a:pt x="1465061" y="134140"/>
                    <a:pt x="1411785" y="74768"/>
                    <a:pt x="1376225" y="219"/>
                  </a:cubicBezTo>
                  <a:cubicBezTo>
                    <a:pt x="1396608" y="219"/>
                    <a:pt x="1415468" y="854"/>
                    <a:pt x="1434264" y="219"/>
                  </a:cubicBezTo>
                  <a:cubicBezTo>
                    <a:pt x="1443056" y="-1141"/>
                    <a:pt x="1451568" y="3956"/>
                    <a:pt x="1454520" y="12347"/>
                  </a:cubicBezTo>
                  <a:cubicBezTo>
                    <a:pt x="1472082" y="45816"/>
                    <a:pt x="1493755" y="76961"/>
                    <a:pt x="1519036" y="105057"/>
                  </a:cubicBezTo>
                  <a:cubicBezTo>
                    <a:pt x="1562664" y="155126"/>
                    <a:pt x="1610880" y="201004"/>
                    <a:pt x="1663055" y="242090"/>
                  </a:cubicBezTo>
                  <a:cubicBezTo>
                    <a:pt x="1664833" y="243551"/>
                    <a:pt x="1666610" y="245011"/>
                    <a:pt x="1668261" y="246535"/>
                  </a:cubicBezTo>
                  <a:cubicBezTo>
                    <a:pt x="1668579" y="246599"/>
                    <a:pt x="1668579" y="247170"/>
                    <a:pt x="166889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3345788051"/>
      </p:ext>
    </p:extLst>
  </p:cSld>
  <p:clrMapOvr>
    <a:masterClrMapping/>
  </p:clrMapOvr>
  <p:extLst>
    <p:ext uri="{DCECCB84-F9BA-43D5-87BE-67443E8EF086}">
      <p15:sldGuideLst xmlns:p15="http://schemas.microsoft.com/office/powerpoint/2012/main">
        <p15:guide id="1" orient="horz" pos="845">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5_Text Slide A">
    <p:spTree>
      <p:nvGrpSpPr>
        <p:cNvPr id="1" name=""/>
        <p:cNvGrpSpPr/>
        <p:nvPr/>
      </p:nvGrpSpPr>
      <p:grpSpPr>
        <a:xfrm>
          <a:off x="0" y="0"/>
          <a:ext cx="0" cy="0"/>
          <a:chOff x="0" y="0"/>
          <a:chExt cx="0" cy="0"/>
        </a:xfrm>
      </p:grpSpPr>
      <p:sp>
        <p:nvSpPr>
          <p:cNvPr id="11" name="Text Placeholder 2"/>
          <p:cNvSpPr>
            <a:spLocks noGrp="1"/>
          </p:cNvSpPr>
          <p:nvPr>
            <p:ph type="body" sz="quarter" idx="10" hasCustomPrompt="1"/>
          </p:nvPr>
        </p:nvSpPr>
        <p:spPr>
          <a:xfrm>
            <a:off x="384784" y="1242034"/>
            <a:ext cx="3694112" cy="2917842"/>
          </a:xfrm>
        </p:spPr>
        <p:txBody>
          <a:bodyPr anchor="b"/>
          <a:lstStyle>
            <a:lvl1pPr marL="0" indent="0">
              <a:lnSpc>
                <a:spcPct val="100000"/>
              </a:lnSpc>
              <a:spcAft>
                <a:spcPts val="0"/>
              </a:spcAft>
              <a:buFont typeface="Arial" panose="020B0604020202020204" pitchFamily="34" charset="0"/>
              <a:buNone/>
              <a:defRPr sz="3600" cap="none" baseline="0">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a:t>
            </a:r>
            <a:br>
              <a:rPr lang="en-US" dirty="0"/>
            </a:br>
            <a:r>
              <a:rPr lang="en-US" dirty="0"/>
              <a:t>edit slide title</a:t>
            </a:r>
          </a:p>
        </p:txBody>
      </p:sp>
      <p:sp>
        <p:nvSpPr>
          <p:cNvPr id="12" name="Text Placeholder 4"/>
          <p:cNvSpPr>
            <a:spLocks noGrp="1"/>
          </p:cNvSpPr>
          <p:nvPr>
            <p:ph type="body" sz="quarter" idx="11" hasCustomPrompt="1"/>
          </p:nvPr>
        </p:nvSpPr>
        <p:spPr>
          <a:xfrm>
            <a:off x="6098146" y="579549"/>
            <a:ext cx="5718225" cy="5899039"/>
          </a:xfrm>
        </p:spPr>
        <p:txBody>
          <a:bodyPr/>
          <a:lstStyle>
            <a:lvl1pPr marL="0" indent="0">
              <a:buFont typeface="Arial" panose="020B0604020202020204" pitchFamily="34" charset="0"/>
              <a:buNone/>
              <a:defRPr sz="2000" b="0"/>
            </a:lvl1pPr>
            <a:lvl2pPr marL="180000" marR="0" indent="-180000" algn="l" defTabSz="914400" rtl="0" eaLnBrk="1" fontAlgn="auto" latinLnBrk="0" hangingPunct="1">
              <a:lnSpc>
                <a:spcPct val="100000"/>
              </a:lnSpc>
              <a:spcBef>
                <a:spcPts val="0"/>
              </a:spcBef>
              <a:spcAft>
                <a:spcPts val="1200"/>
              </a:spcAft>
              <a:buClrTx/>
              <a:buSzPct val="125000"/>
              <a:buFont typeface="Arial" panose="020B0604020202020204" pitchFamily="34" charset="0"/>
              <a:buChar char="•"/>
              <a:tabLst/>
              <a:defRPr sz="2000"/>
            </a:lvl2pPr>
            <a:lvl3pPr marL="180000" indent="-180000">
              <a:buFont typeface="Arial" panose="020B0604020202020204" pitchFamily="34" charset="0"/>
              <a:buChar char="•"/>
              <a:defRPr sz="2000"/>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a:p>
            <a:pPr lvl="1"/>
            <a:r>
              <a:rPr lang="en-US" dirty="0"/>
              <a:t>Second level</a:t>
            </a:r>
          </a:p>
          <a:p>
            <a:pPr lvl="2"/>
            <a:r>
              <a:rPr lang="en-GB" dirty="0"/>
              <a:t>Third level</a:t>
            </a:r>
          </a:p>
          <a:p>
            <a:pPr lvl="2"/>
            <a:r>
              <a:rPr lang="en-GB" dirty="0"/>
              <a:t>Fourth level</a:t>
            </a:r>
          </a:p>
          <a:p>
            <a:pPr lvl="2"/>
            <a:r>
              <a:rPr lang="en-GB" dirty="0"/>
              <a:t>Fifth level</a:t>
            </a:r>
          </a:p>
        </p:txBody>
      </p:sp>
      <p:grpSp>
        <p:nvGrpSpPr>
          <p:cNvPr id="24" name="Group 23"/>
          <p:cNvGrpSpPr/>
          <p:nvPr userDrawn="1"/>
        </p:nvGrpSpPr>
        <p:grpSpPr>
          <a:xfrm>
            <a:off x="-6058" y="3531457"/>
            <a:ext cx="5797612" cy="2365031"/>
            <a:chOff x="-2229" y="2361812"/>
            <a:chExt cx="11067619" cy="4514835"/>
          </a:xfrm>
          <a:solidFill>
            <a:srgbClr val="7E007C"/>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2229" y="2361812"/>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p:nvSpPr>
          <p:spPr>
            <a:xfrm>
              <a:off x="8136202" y="2367285"/>
              <a:ext cx="2929188" cy="4490714"/>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467" y="4964089"/>
              <a:ext cx="9087449" cy="1912558"/>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186"/>
                <a:gd name="connsiteX1" fmla="*/ 432135 w 1182006"/>
                <a:gd name="connsiteY1" fmla="*/ 248186 h 248186"/>
                <a:gd name="connsiteX2" fmla="*/ 0 w 1182006"/>
                <a:gd name="connsiteY2" fmla="*/ 192497 h 248186"/>
                <a:gd name="connsiteX3" fmla="*/ 1036020 w 1182006"/>
                <a:gd name="connsiteY3" fmla="*/ 192497 h 248186"/>
                <a:gd name="connsiteX4" fmla="*/ 889335 w 1182006"/>
                <a:gd name="connsiteY4" fmla="*/ 219 h 248186"/>
                <a:gd name="connsiteX5" fmla="*/ 947374 w 1182006"/>
                <a:gd name="connsiteY5" fmla="*/ 219 h 248186"/>
                <a:gd name="connsiteX6" fmla="*/ 967630 w 1182006"/>
                <a:gd name="connsiteY6" fmla="*/ 12347 h 248186"/>
                <a:gd name="connsiteX7" fmla="*/ 1032146 w 1182006"/>
                <a:gd name="connsiteY7" fmla="*/ 105057 h 248186"/>
                <a:gd name="connsiteX8" fmla="*/ 1176165 w 1182006"/>
                <a:gd name="connsiteY8" fmla="*/ 242090 h 248186"/>
                <a:gd name="connsiteX9" fmla="*/ 1181371 w 1182006"/>
                <a:gd name="connsiteY9" fmla="*/ 246535 h 248186"/>
                <a:gd name="connsiteX10" fmla="*/ 1182006 w 1182006"/>
                <a:gd name="connsiteY10" fmla="*/ 248186 h 248186"/>
                <a:gd name="connsiteX0" fmla="*/ 1182006 w 1182006"/>
                <a:gd name="connsiteY0" fmla="*/ 248186 h 248806"/>
                <a:gd name="connsiteX1" fmla="*/ 62 w 1182006"/>
                <a:gd name="connsiteY1" fmla="*/ 248806 h 248806"/>
                <a:gd name="connsiteX2" fmla="*/ 0 w 1182006"/>
                <a:gd name="connsiteY2" fmla="*/ 192497 h 248806"/>
                <a:gd name="connsiteX3" fmla="*/ 1036020 w 1182006"/>
                <a:gd name="connsiteY3" fmla="*/ 192497 h 248806"/>
                <a:gd name="connsiteX4" fmla="*/ 889335 w 1182006"/>
                <a:gd name="connsiteY4" fmla="*/ 219 h 248806"/>
                <a:gd name="connsiteX5" fmla="*/ 947374 w 1182006"/>
                <a:gd name="connsiteY5" fmla="*/ 219 h 248806"/>
                <a:gd name="connsiteX6" fmla="*/ 967630 w 1182006"/>
                <a:gd name="connsiteY6" fmla="*/ 12347 h 248806"/>
                <a:gd name="connsiteX7" fmla="*/ 1032146 w 1182006"/>
                <a:gd name="connsiteY7" fmla="*/ 105057 h 248806"/>
                <a:gd name="connsiteX8" fmla="*/ 1176165 w 1182006"/>
                <a:gd name="connsiteY8" fmla="*/ 242090 h 248806"/>
                <a:gd name="connsiteX9" fmla="*/ 1181371 w 1182006"/>
                <a:gd name="connsiteY9" fmla="*/ 246535 h 248806"/>
                <a:gd name="connsiteX10" fmla="*/ 1182006 w 1182006"/>
                <a:gd name="connsiteY10" fmla="*/ 248186 h 248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82006" h="248806">
                  <a:moveTo>
                    <a:pt x="1182006" y="248186"/>
                  </a:moveTo>
                  <a:lnTo>
                    <a:pt x="62" y="248806"/>
                  </a:lnTo>
                  <a:cubicBezTo>
                    <a:pt x="41" y="230036"/>
                    <a:pt x="21" y="211267"/>
                    <a:pt x="0" y="192497"/>
                  </a:cubicBezTo>
                  <a:lnTo>
                    <a:pt x="1036020" y="192497"/>
                  </a:lnTo>
                  <a:cubicBezTo>
                    <a:pt x="978171" y="134140"/>
                    <a:pt x="924895" y="74768"/>
                    <a:pt x="889335" y="219"/>
                  </a:cubicBezTo>
                  <a:cubicBezTo>
                    <a:pt x="909718" y="219"/>
                    <a:pt x="928578" y="854"/>
                    <a:pt x="947374" y="219"/>
                  </a:cubicBezTo>
                  <a:cubicBezTo>
                    <a:pt x="956166" y="-1141"/>
                    <a:pt x="964678" y="3956"/>
                    <a:pt x="967630" y="12347"/>
                  </a:cubicBezTo>
                  <a:cubicBezTo>
                    <a:pt x="985192" y="45816"/>
                    <a:pt x="1006865" y="76961"/>
                    <a:pt x="1032146" y="105057"/>
                  </a:cubicBezTo>
                  <a:cubicBezTo>
                    <a:pt x="1075774" y="155126"/>
                    <a:pt x="1123990" y="201004"/>
                    <a:pt x="1176165" y="242090"/>
                  </a:cubicBezTo>
                  <a:cubicBezTo>
                    <a:pt x="1177943" y="243551"/>
                    <a:pt x="1179720" y="245011"/>
                    <a:pt x="1181371" y="246535"/>
                  </a:cubicBezTo>
                  <a:cubicBezTo>
                    <a:pt x="1181689" y="246599"/>
                    <a:pt x="1181689" y="247170"/>
                    <a:pt x="1182006"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596148475"/>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Text and Image (half screen)">
    <p:bg>
      <p:bgPr>
        <a:solidFill>
          <a:schemeClr val="bg1"/>
        </a:solidFill>
        <a:effectLst/>
      </p:bgPr>
    </p:bg>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373063" y="1892635"/>
            <a:ext cx="614348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6967959" y="0"/>
            <a:ext cx="5224040" cy="6857999"/>
          </a:xfrm>
          <a:prstGeom prst="rect">
            <a:avLst/>
          </a:prstGeom>
        </p:spPr>
        <p:txBody>
          <a:bodyPr/>
          <a:lstStyle>
            <a:lvl1pPr marL="0" indent="0">
              <a:buNone/>
              <a:defRPr/>
            </a:lvl1pPr>
          </a:lstStyle>
          <a:p>
            <a:r>
              <a:rPr lang="en-US" dirty="0"/>
              <a:t>Click icon to add picture</a:t>
            </a:r>
          </a:p>
        </p:txBody>
      </p:sp>
      <p:sp>
        <p:nvSpPr>
          <p:cNvPr id="11" name="Text Placeholder 2"/>
          <p:cNvSpPr>
            <a:spLocks noGrp="1"/>
          </p:cNvSpPr>
          <p:nvPr>
            <p:ph type="body" sz="quarter" idx="12" hasCustomPrompt="1"/>
          </p:nvPr>
        </p:nvSpPr>
        <p:spPr>
          <a:xfrm>
            <a:off x="385650" y="1147572"/>
            <a:ext cx="5123903" cy="520262"/>
          </a:xfrm>
        </p:spPr>
        <p:txBody>
          <a:bodyPr/>
          <a:lstStyle>
            <a:lvl1pPr marL="0" indent="0">
              <a:lnSpc>
                <a:spcPct val="100000"/>
              </a:lnSpc>
              <a:spcAft>
                <a:spcPts val="0"/>
              </a:spcAft>
              <a:buFont typeface="Arial" panose="020B0604020202020204" pitchFamily="34" charset="0"/>
              <a:buNone/>
              <a:defRPr sz="3600" cap="none" baseline="0">
                <a:solidFill>
                  <a:srgbClr val="004050"/>
                </a:solidFill>
                <a:latin typeface="Krana Fat B" panose="00000B00000000000000" pitchFamily="50" charset="0"/>
              </a:defRPr>
            </a:lvl1pPr>
            <a:lvl2pPr marL="0" indent="0">
              <a:buFont typeface="Arial" panose="020B0604020202020204" pitchFamily="34" charset="0"/>
              <a:buNone/>
              <a:defRPr/>
            </a:lvl2pPr>
            <a:lvl3pPr marL="0" indent="0">
              <a:buFont typeface="Arial" panose="020B0604020202020204" pitchFamily="34" charset="0"/>
              <a:buNone/>
              <a:defRPr/>
            </a:lvl3pPr>
            <a:lvl4pPr marL="0" indent="0">
              <a:buFont typeface="Arial" panose="020B0604020202020204" pitchFamily="34" charset="0"/>
              <a:buNone/>
              <a:defRPr/>
            </a:lvl4pPr>
            <a:lvl5pPr marL="0" indent="0">
              <a:buFont typeface="Arial" panose="020B0604020202020204" pitchFamily="34" charset="0"/>
              <a:buNone/>
              <a:defRPr/>
            </a:lvl5pPr>
          </a:lstStyle>
          <a:p>
            <a:pPr lvl="0"/>
            <a:r>
              <a:rPr lang="en-US" dirty="0"/>
              <a:t>Click to edit slide title</a:t>
            </a:r>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6" name="Freeform 15">
            <a:extLst>
              <a:ext uri="{FF2B5EF4-FFF2-40B4-BE49-F238E27FC236}">
                <a16:creationId xmlns:a16="http://schemas.microsoft.com/office/drawing/2014/main" id="{D44E23D4-CD16-B448-8F0A-11F5CE4FAB4C}"/>
              </a:ext>
            </a:extLst>
          </p:cNvPr>
          <p:cNvSpPr/>
          <p:nvPr userDrawn="1"/>
        </p:nvSpPr>
        <p:spPr>
          <a:xfrm>
            <a:off x="3229535" y="4488657"/>
            <a:ext cx="3729957" cy="2369343"/>
          </a:xfrm>
          <a:custGeom>
            <a:avLst/>
            <a:gdLst>
              <a:gd name="connsiteX0" fmla="*/ 117151 w 1009650"/>
              <a:gd name="connsiteY0" fmla="*/ 24275 h 641350"/>
              <a:gd name="connsiteX1" fmla="*/ 692 w 1009650"/>
              <a:gd name="connsiteY1" fmla="*/ 235603 h 641350"/>
              <a:gd name="connsiteX2" fmla="*/ 208781 w 1009650"/>
              <a:gd name="connsiteY2" fmla="*/ 429659 h 641350"/>
              <a:gd name="connsiteX3" fmla="*/ 350450 w 1009650"/>
              <a:gd name="connsiteY3" fmla="*/ 429659 h 641350"/>
              <a:gd name="connsiteX4" fmla="*/ 350450 w 1009650"/>
              <a:gd name="connsiteY4" fmla="*/ 641432 h 641350"/>
              <a:gd name="connsiteX5" fmla="*/ 428301 w 1009650"/>
              <a:gd name="connsiteY5" fmla="*/ 641432 h 641350"/>
              <a:gd name="connsiteX6" fmla="*/ 428301 w 1009650"/>
              <a:gd name="connsiteY6" fmla="*/ 430358 h 641350"/>
              <a:gd name="connsiteX7" fmla="*/ 777551 w 1009650"/>
              <a:gd name="connsiteY7" fmla="*/ 430358 h 641350"/>
              <a:gd name="connsiteX8" fmla="*/ 652519 w 1009650"/>
              <a:gd name="connsiteY8" fmla="*/ 640352 h 641350"/>
              <a:gd name="connsiteX9" fmla="*/ 698747 w 1009650"/>
              <a:gd name="connsiteY9" fmla="*/ 640352 h 641350"/>
              <a:gd name="connsiteX10" fmla="*/ 713225 w 1009650"/>
              <a:gd name="connsiteY10" fmla="*/ 633050 h 641350"/>
              <a:gd name="connsiteX11" fmla="*/ 864800 w 1009650"/>
              <a:gd name="connsiteY11" fmla="*/ 484206 h 641350"/>
              <a:gd name="connsiteX12" fmla="*/ 1004881 w 1009650"/>
              <a:gd name="connsiteY12" fmla="*/ 412641 h 641350"/>
              <a:gd name="connsiteX13" fmla="*/ 1011231 w 1009650"/>
              <a:gd name="connsiteY13" fmla="*/ 402608 h 641350"/>
              <a:gd name="connsiteX14" fmla="*/ 1011231 w 1009650"/>
              <a:gd name="connsiteY14" fmla="*/ 379685 h 641350"/>
              <a:gd name="connsiteX15" fmla="*/ 1003547 w 1009650"/>
              <a:gd name="connsiteY15" fmla="*/ 368826 h 641350"/>
              <a:gd name="connsiteX16" fmla="*/ 710241 w 1009650"/>
              <a:gd name="connsiteY16" fmla="*/ 145624 h 641350"/>
              <a:gd name="connsiteX17" fmla="*/ 705224 w 1009650"/>
              <a:gd name="connsiteY17" fmla="*/ 141687 h 641350"/>
              <a:gd name="connsiteX18" fmla="*/ 652138 w 1009650"/>
              <a:gd name="connsiteY18" fmla="*/ 141687 h 641350"/>
              <a:gd name="connsiteX19" fmla="*/ 777487 w 1009650"/>
              <a:gd name="connsiteY19" fmla="*/ 353078 h 641350"/>
              <a:gd name="connsiteX20" fmla="*/ 428237 w 1009650"/>
              <a:gd name="connsiteY20" fmla="*/ 353078 h 641350"/>
              <a:gd name="connsiteX21" fmla="*/ 428237 w 1009650"/>
              <a:gd name="connsiteY21" fmla="*/ 344887 h 641350"/>
              <a:gd name="connsiteX22" fmla="*/ 428237 w 1009650"/>
              <a:gd name="connsiteY22" fmla="*/ 210013 h 641350"/>
              <a:gd name="connsiteX23" fmla="*/ 422776 w 1009650"/>
              <a:gd name="connsiteY23" fmla="*/ 165563 h 641350"/>
              <a:gd name="connsiteX24" fmla="*/ 278060 w 1009650"/>
              <a:gd name="connsiteY24" fmla="*/ 11385 h 641350"/>
              <a:gd name="connsiteX25" fmla="*/ 117151 w 1009650"/>
              <a:gd name="connsiteY25" fmla="*/ 24275 h 641350"/>
              <a:gd name="connsiteX26" fmla="*/ 331654 w 1009650"/>
              <a:gd name="connsiteY26" fmla="*/ 145370 h 641350"/>
              <a:gd name="connsiteX27" fmla="*/ 350704 w 1009650"/>
              <a:gd name="connsiteY27" fmla="*/ 216045 h 641350"/>
              <a:gd name="connsiteX28" fmla="*/ 350704 w 1009650"/>
              <a:gd name="connsiteY28" fmla="*/ 343045 h 641350"/>
              <a:gd name="connsiteX29" fmla="*/ 350704 w 1009650"/>
              <a:gd name="connsiteY29" fmla="*/ 352634 h 641350"/>
              <a:gd name="connsiteX30" fmla="*/ 346513 w 1009650"/>
              <a:gd name="connsiteY30" fmla="*/ 353142 h 641350"/>
              <a:gd name="connsiteX31" fmla="*/ 208591 w 1009650"/>
              <a:gd name="connsiteY31" fmla="*/ 352697 h 641350"/>
              <a:gd name="connsiteX32" fmla="*/ 104069 w 1009650"/>
              <a:gd name="connsiteY32" fmla="*/ 297579 h 641350"/>
              <a:gd name="connsiteX33" fmla="*/ 190493 w 1009650"/>
              <a:gd name="connsiteY33" fmla="*/ 79457 h 641350"/>
              <a:gd name="connsiteX34" fmla="*/ 331654 w 1009650"/>
              <a:gd name="connsiteY34" fmla="*/ 145370 h 641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09650" h="641350">
                <a:moveTo>
                  <a:pt x="117151" y="24275"/>
                </a:moveTo>
                <a:cubicBezTo>
                  <a:pt x="34918" y="69741"/>
                  <a:pt x="-5912" y="140163"/>
                  <a:pt x="692" y="235603"/>
                </a:cubicBezTo>
                <a:cubicBezTo>
                  <a:pt x="7994" y="341013"/>
                  <a:pt x="103117" y="429659"/>
                  <a:pt x="208781" y="429659"/>
                </a:cubicBezTo>
                <a:lnTo>
                  <a:pt x="350450" y="429659"/>
                </a:lnTo>
                <a:lnTo>
                  <a:pt x="350450" y="641432"/>
                </a:lnTo>
                <a:lnTo>
                  <a:pt x="428301" y="641432"/>
                </a:lnTo>
                <a:lnTo>
                  <a:pt x="428301" y="430358"/>
                </a:lnTo>
                <a:lnTo>
                  <a:pt x="777551" y="430358"/>
                </a:lnTo>
                <a:cubicBezTo>
                  <a:pt x="722305" y="492842"/>
                  <a:pt x="679379" y="561231"/>
                  <a:pt x="652519" y="640352"/>
                </a:cubicBezTo>
                <a:cubicBezTo>
                  <a:pt x="668712" y="640352"/>
                  <a:pt x="683761" y="640352"/>
                  <a:pt x="698747" y="640352"/>
                </a:cubicBezTo>
                <a:cubicBezTo>
                  <a:pt x="704581" y="640933"/>
                  <a:pt x="710224" y="638086"/>
                  <a:pt x="713225" y="633050"/>
                </a:cubicBezTo>
                <a:cubicBezTo>
                  <a:pt x="754165" y="574534"/>
                  <a:pt x="805550" y="524075"/>
                  <a:pt x="864800" y="484206"/>
                </a:cubicBezTo>
                <a:cubicBezTo>
                  <a:pt x="908435" y="454786"/>
                  <a:pt x="955471" y="430757"/>
                  <a:pt x="1004881" y="412641"/>
                </a:cubicBezTo>
                <a:cubicBezTo>
                  <a:pt x="1009346" y="411541"/>
                  <a:pt x="1012148" y="407114"/>
                  <a:pt x="1011231" y="402608"/>
                </a:cubicBezTo>
                <a:cubicBezTo>
                  <a:pt x="1010723" y="394975"/>
                  <a:pt x="1010723" y="387317"/>
                  <a:pt x="1011231" y="379685"/>
                </a:cubicBezTo>
                <a:cubicBezTo>
                  <a:pt x="1011802" y="373335"/>
                  <a:pt x="1009135" y="370922"/>
                  <a:pt x="1003547" y="368826"/>
                </a:cubicBezTo>
                <a:cubicBezTo>
                  <a:pt x="883532" y="323741"/>
                  <a:pt x="784154" y="251351"/>
                  <a:pt x="710241" y="145624"/>
                </a:cubicBezTo>
                <a:cubicBezTo>
                  <a:pt x="709034" y="143909"/>
                  <a:pt x="706939" y="141750"/>
                  <a:pt x="705224" y="141687"/>
                </a:cubicBezTo>
                <a:cubicBezTo>
                  <a:pt x="687889" y="141687"/>
                  <a:pt x="670616" y="141687"/>
                  <a:pt x="652138" y="141687"/>
                </a:cubicBezTo>
                <a:cubicBezTo>
                  <a:pt x="678808" y="221506"/>
                  <a:pt x="721988" y="290213"/>
                  <a:pt x="777487" y="353078"/>
                </a:cubicBezTo>
                <a:lnTo>
                  <a:pt x="428237" y="353078"/>
                </a:lnTo>
                <a:lnTo>
                  <a:pt x="428237" y="344887"/>
                </a:lnTo>
                <a:cubicBezTo>
                  <a:pt x="428237" y="299929"/>
                  <a:pt x="428681" y="254971"/>
                  <a:pt x="428237" y="210013"/>
                </a:cubicBezTo>
                <a:cubicBezTo>
                  <a:pt x="428159" y="195034"/>
                  <a:pt x="426326" y="180115"/>
                  <a:pt x="422776" y="165563"/>
                </a:cubicBezTo>
                <a:cubicBezTo>
                  <a:pt x="402392" y="88283"/>
                  <a:pt x="353498" y="36150"/>
                  <a:pt x="278060" y="11385"/>
                </a:cubicBezTo>
                <a:cubicBezTo>
                  <a:pt x="223323" y="-6776"/>
                  <a:pt x="167760" y="-3728"/>
                  <a:pt x="117151" y="24275"/>
                </a:cubicBezTo>
                <a:close/>
                <a:moveTo>
                  <a:pt x="331654" y="145370"/>
                </a:moveTo>
                <a:cubicBezTo>
                  <a:pt x="344472" y="166690"/>
                  <a:pt x="351071" y="191171"/>
                  <a:pt x="350704" y="216045"/>
                </a:cubicBezTo>
                <a:cubicBezTo>
                  <a:pt x="350704" y="258463"/>
                  <a:pt x="350704" y="300818"/>
                  <a:pt x="350704" y="343045"/>
                </a:cubicBezTo>
                <a:lnTo>
                  <a:pt x="350704" y="352634"/>
                </a:lnTo>
                <a:cubicBezTo>
                  <a:pt x="349319" y="352892"/>
                  <a:pt x="347920" y="353061"/>
                  <a:pt x="346513" y="353142"/>
                </a:cubicBezTo>
                <a:cubicBezTo>
                  <a:pt x="300539" y="353142"/>
                  <a:pt x="254564" y="353142"/>
                  <a:pt x="208591" y="352697"/>
                </a:cubicBezTo>
                <a:cubicBezTo>
                  <a:pt x="164649" y="352062"/>
                  <a:pt x="129724" y="332123"/>
                  <a:pt x="104069" y="297579"/>
                </a:cubicBezTo>
                <a:cubicBezTo>
                  <a:pt x="38347" y="209187"/>
                  <a:pt x="96132" y="97173"/>
                  <a:pt x="190493" y="79457"/>
                </a:cubicBezTo>
                <a:cubicBezTo>
                  <a:pt x="246651" y="70112"/>
                  <a:pt x="302766" y="96313"/>
                  <a:pt x="331654" y="145370"/>
                </a:cubicBezTo>
                <a:close/>
              </a:path>
            </a:pathLst>
          </a:custGeom>
          <a:solidFill>
            <a:srgbClr val="7E007C"/>
          </a:solidFill>
          <a:ln w="6350" cap="flat">
            <a:noFill/>
            <a:prstDash val="solid"/>
            <a:miter/>
          </a:ln>
        </p:spPr>
        <p:txBody>
          <a:bodyPr rtlCol="0" anchor="ctr"/>
          <a:lstStyle/>
          <a:p>
            <a:endParaRPr lang="en-GB"/>
          </a:p>
        </p:txBody>
      </p:sp>
      <p:sp>
        <p:nvSpPr>
          <p:cNvPr id="8" name="Rectangle 7"/>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6546401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3_Activity 1">
    <p:bg>
      <p:bgPr>
        <a:solidFill>
          <a:srgbClr val="7E007C"/>
        </a:solidFill>
        <a:effectLst/>
      </p:bgPr>
    </p:bg>
    <p:spTree>
      <p:nvGrpSpPr>
        <p:cNvPr id="1" name=""/>
        <p:cNvGrpSpPr/>
        <p:nvPr/>
      </p:nvGrpSpPr>
      <p:grpSpPr>
        <a:xfrm>
          <a:off x="0" y="0"/>
          <a:ext cx="0" cy="0"/>
          <a:chOff x="0" y="0"/>
          <a:chExt cx="0" cy="0"/>
        </a:xfrm>
      </p:grpSpPr>
      <p:sp>
        <p:nvSpPr>
          <p:cNvPr id="10" name="Freeform 9">
            <a:extLst>
              <a:ext uri="{FF2B5EF4-FFF2-40B4-BE49-F238E27FC236}">
                <a16:creationId xmlns:a16="http://schemas.microsoft.com/office/drawing/2014/main" id="{56887D20-DCD6-8E49-BF31-8F4C2FCCD421}"/>
              </a:ext>
            </a:extLst>
          </p:cNvPr>
          <p:cNvSpPr/>
          <p:nvPr userDrawn="1"/>
        </p:nvSpPr>
        <p:spPr>
          <a:xfrm>
            <a:off x="487005" y="518307"/>
            <a:ext cx="3525956" cy="4061544"/>
          </a:xfrm>
          <a:custGeom>
            <a:avLst/>
            <a:gdLst>
              <a:gd name="connsiteX0" fmla="*/ 1008895 w 1003300"/>
              <a:gd name="connsiteY0" fmla="*/ 731076 h 1155700"/>
              <a:gd name="connsiteX1" fmla="*/ 581921 w 1003300"/>
              <a:gd name="connsiteY1" fmla="*/ 1157986 h 1155700"/>
              <a:gd name="connsiteX2" fmla="*/ 581921 w 1003300"/>
              <a:gd name="connsiteY2" fmla="*/ 932371 h 1155700"/>
              <a:gd name="connsiteX3" fmla="*/ 565728 w 1003300"/>
              <a:gd name="connsiteY3" fmla="*/ 932371 h 1155700"/>
              <a:gd name="connsiteX4" fmla="*/ 485337 w 1003300"/>
              <a:gd name="connsiteY4" fmla="*/ 923163 h 1155700"/>
              <a:gd name="connsiteX5" fmla="*/ 405454 w 1003300"/>
              <a:gd name="connsiteY5" fmla="*/ 877824 h 1155700"/>
              <a:gd name="connsiteX6" fmla="*/ 306585 w 1003300"/>
              <a:gd name="connsiteY6" fmla="*/ 784035 h 1155700"/>
              <a:gd name="connsiteX7" fmla="*/ 114497 w 1003300"/>
              <a:gd name="connsiteY7" fmla="*/ 591312 h 1155700"/>
              <a:gd name="connsiteX8" fmla="*/ 29534 w 1003300"/>
              <a:gd name="connsiteY8" fmla="*/ 484251 h 1155700"/>
              <a:gd name="connsiteX9" fmla="*/ 7500 w 1003300"/>
              <a:gd name="connsiteY9" fmla="*/ 408051 h 1155700"/>
              <a:gd name="connsiteX10" fmla="*/ 452 w 1003300"/>
              <a:gd name="connsiteY10" fmla="*/ 282766 h 1155700"/>
              <a:gd name="connsiteX11" fmla="*/ 452 w 1003300"/>
              <a:gd name="connsiteY11" fmla="*/ 10668 h 1155700"/>
              <a:gd name="connsiteX12" fmla="*/ 452 w 1003300"/>
              <a:gd name="connsiteY12" fmla="*/ 1333 h 1155700"/>
              <a:gd name="connsiteX13" fmla="*/ 201937 w 1003300"/>
              <a:gd name="connsiteY13" fmla="*/ 203200 h 1155700"/>
              <a:gd name="connsiteX14" fmla="*/ 405137 w 1003300"/>
              <a:gd name="connsiteY14" fmla="*/ 0 h 1155700"/>
              <a:gd name="connsiteX15" fmla="*/ 405137 w 1003300"/>
              <a:gd name="connsiteY15" fmla="*/ 527876 h 1155700"/>
              <a:gd name="connsiteX16" fmla="*/ 573221 w 1003300"/>
              <a:gd name="connsiteY16" fmla="*/ 527876 h 1155700"/>
              <a:gd name="connsiteX17" fmla="*/ 581984 w 1003300"/>
              <a:gd name="connsiteY17" fmla="*/ 518732 h 1155700"/>
              <a:gd name="connsiteX18" fmla="*/ 581984 w 1003300"/>
              <a:gd name="connsiteY18" fmla="*/ 303975 h 1155700"/>
              <a:gd name="connsiteX19" fmla="*/ 1008895 w 1003300"/>
              <a:gd name="connsiteY19" fmla="*/ 731076 h 1155700"/>
              <a:gd name="connsiteX20" fmla="*/ 649929 w 1003300"/>
              <a:gd name="connsiteY20" fmla="*/ 864426 h 1155700"/>
              <a:gd name="connsiteX21" fmla="*/ 649929 w 1003300"/>
              <a:gd name="connsiteY21" fmla="*/ 991807 h 1155700"/>
              <a:gd name="connsiteX22" fmla="*/ 911359 w 1003300"/>
              <a:gd name="connsiteY22" fmla="*/ 730568 h 1155700"/>
              <a:gd name="connsiteX23" fmla="*/ 649231 w 1003300"/>
              <a:gd name="connsiteY23" fmla="*/ 468376 h 1155700"/>
              <a:gd name="connsiteX24" fmla="*/ 649231 w 1003300"/>
              <a:gd name="connsiteY24" fmla="*/ 595693 h 1155700"/>
              <a:gd name="connsiteX25" fmla="*/ 216732 w 1003300"/>
              <a:gd name="connsiteY25" fmla="*/ 595693 h 1155700"/>
              <a:gd name="connsiteX26" fmla="*/ 221558 w 1003300"/>
              <a:gd name="connsiteY26" fmla="*/ 601091 h 1155700"/>
              <a:gd name="connsiteX27" fmla="*/ 427870 w 1003300"/>
              <a:gd name="connsiteY27" fmla="*/ 807720 h 1155700"/>
              <a:gd name="connsiteX28" fmla="*/ 542170 w 1003300"/>
              <a:gd name="connsiteY28" fmla="*/ 862457 h 1155700"/>
              <a:gd name="connsiteX29" fmla="*/ 624720 w 1003300"/>
              <a:gd name="connsiteY29" fmla="*/ 864426 h 1155700"/>
              <a:gd name="connsiteX30" fmla="*/ 649929 w 1003300"/>
              <a:gd name="connsiteY30" fmla="*/ 864426 h 1155700"/>
              <a:gd name="connsiteX31" fmla="*/ 68523 w 1003300"/>
              <a:gd name="connsiteY31" fmla="*/ 162941 h 1155700"/>
              <a:gd name="connsiteX32" fmla="*/ 68142 w 1003300"/>
              <a:gd name="connsiteY32" fmla="*/ 168275 h 1155700"/>
              <a:gd name="connsiteX33" fmla="*/ 68460 w 1003300"/>
              <a:gd name="connsiteY33" fmla="*/ 339725 h 1155700"/>
              <a:gd name="connsiteX34" fmla="*/ 75318 w 1003300"/>
              <a:gd name="connsiteY34" fmla="*/ 411162 h 1155700"/>
              <a:gd name="connsiteX35" fmla="*/ 127325 w 1003300"/>
              <a:gd name="connsiteY35" fmla="*/ 494665 h 1155700"/>
              <a:gd name="connsiteX36" fmla="*/ 203207 w 1003300"/>
              <a:gd name="connsiteY36" fmla="*/ 521780 h 1155700"/>
              <a:gd name="connsiteX37" fmla="*/ 333889 w 1003300"/>
              <a:gd name="connsiteY37" fmla="*/ 527558 h 1155700"/>
              <a:gd name="connsiteX38" fmla="*/ 336937 w 1003300"/>
              <a:gd name="connsiteY38" fmla="*/ 526732 h 1155700"/>
              <a:gd name="connsiteX39" fmla="*/ 336938 w 1003300"/>
              <a:gd name="connsiteY39" fmla="*/ 162243 h 1155700"/>
              <a:gd name="connsiteX40" fmla="*/ 202508 w 1003300"/>
              <a:gd name="connsiteY40" fmla="*/ 295021 h 1155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003300" h="1155700">
                <a:moveTo>
                  <a:pt x="1008895" y="731076"/>
                </a:moveTo>
                <a:lnTo>
                  <a:pt x="581921" y="1157986"/>
                </a:lnTo>
                <a:lnTo>
                  <a:pt x="581921" y="932371"/>
                </a:lnTo>
                <a:lnTo>
                  <a:pt x="565728" y="932371"/>
                </a:lnTo>
                <a:cubicBezTo>
                  <a:pt x="538636" y="932998"/>
                  <a:pt x="511586" y="929900"/>
                  <a:pt x="485337" y="923163"/>
                </a:cubicBezTo>
                <a:cubicBezTo>
                  <a:pt x="455495" y="914588"/>
                  <a:pt x="428116" y="899048"/>
                  <a:pt x="405454" y="877824"/>
                </a:cubicBezTo>
                <a:cubicBezTo>
                  <a:pt x="371736" y="847407"/>
                  <a:pt x="338843" y="815975"/>
                  <a:pt x="306585" y="784035"/>
                </a:cubicBezTo>
                <a:cubicBezTo>
                  <a:pt x="242111" y="720238"/>
                  <a:pt x="178082" y="655997"/>
                  <a:pt x="114497" y="591312"/>
                </a:cubicBezTo>
                <a:cubicBezTo>
                  <a:pt x="82430" y="558737"/>
                  <a:pt x="52140" y="524510"/>
                  <a:pt x="29534" y="484251"/>
                </a:cubicBezTo>
                <a:cubicBezTo>
                  <a:pt x="16810" y="460725"/>
                  <a:pt x="9295" y="434737"/>
                  <a:pt x="7500" y="408051"/>
                </a:cubicBezTo>
                <a:cubicBezTo>
                  <a:pt x="3944" y="366395"/>
                  <a:pt x="1150" y="324548"/>
                  <a:pt x="452" y="282766"/>
                </a:cubicBezTo>
                <a:cubicBezTo>
                  <a:pt x="-565" y="192087"/>
                  <a:pt x="452" y="101346"/>
                  <a:pt x="452" y="10668"/>
                </a:cubicBezTo>
                <a:lnTo>
                  <a:pt x="452" y="1333"/>
                </a:lnTo>
                <a:cubicBezTo>
                  <a:pt x="67952" y="68961"/>
                  <a:pt x="134817" y="135890"/>
                  <a:pt x="201937" y="203200"/>
                </a:cubicBezTo>
                <a:lnTo>
                  <a:pt x="405137" y="0"/>
                </a:lnTo>
                <a:lnTo>
                  <a:pt x="405137" y="527876"/>
                </a:lnTo>
                <a:cubicBezTo>
                  <a:pt x="408185" y="527876"/>
                  <a:pt x="519818" y="527876"/>
                  <a:pt x="573221" y="527876"/>
                </a:cubicBezTo>
                <a:cubicBezTo>
                  <a:pt x="580524" y="527876"/>
                  <a:pt x="581984" y="525463"/>
                  <a:pt x="581984" y="518732"/>
                </a:cubicBezTo>
                <a:cubicBezTo>
                  <a:pt x="581984" y="449516"/>
                  <a:pt x="581984" y="305435"/>
                  <a:pt x="581984" y="303975"/>
                </a:cubicBezTo>
                <a:cubicBezTo>
                  <a:pt x="580778" y="304292"/>
                  <a:pt x="1010038" y="732028"/>
                  <a:pt x="1008895" y="731076"/>
                </a:cubicBezTo>
                <a:close/>
                <a:moveTo>
                  <a:pt x="649929" y="864426"/>
                </a:moveTo>
                <a:lnTo>
                  <a:pt x="649929" y="991807"/>
                </a:lnTo>
                <a:cubicBezTo>
                  <a:pt x="737601" y="904092"/>
                  <a:pt x="824745" y="817012"/>
                  <a:pt x="911359" y="730568"/>
                </a:cubicBezTo>
                <a:lnTo>
                  <a:pt x="649231" y="468376"/>
                </a:lnTo>
                <a:lnTo>
                  <a:pt x="649231" y="595693"/>
                </a:lnTo>
                <a:lnTo>
                  <a:pt x="216732" y="595693"/>
                </a:lnTo>
                <a:cubicBezTo>
                  <a:pt x="218955" y="598170"/>
                  <a:pt x="220162" y="599757"/>
                  <a:pt x="221558" y="601091"/>
                </a:cubicBezTo>
                <a:cubicBezTo>
                  <a:pt x="290265" y="669967"/>
                  <a:pt x="359036" y="738844"/>
                  <a:pt x="427870" y="807720"/>
                </a:cubicBezTo>
                <a:cubicBezTo>
                  <a:pt x="459620" y="839470"/>
                  <a:pt x="496894" y="859473"/>
                  <a:pt x="542170" y="862457"/>
                </a:cubicBezTo>
                <a:cubicBezTo>
                  <a:pt x="569665" y="864235"/>
                  <a:pt x="597288" y="863854"/>
                  <a:pt x="624720" y="864426"/>
                </a:cubicBezTo>
                <a:cubicBezTo>
                  <a:pt x="632721" y="864553"/>
                  <a:pt x="640404" y="864426"/>
                  <a:pt x="649929" y="864426"/>
                </a:cubicBezTo>
                <a:close/>
                <a:moveTo>
                  <a:pt x="68523" y="162941"/>
                </a:moveTo>
                <a:cubicBezTo>
                  <a:pt x="68523" y="164402"/>
                  <a:pt x="68142" y="166370"/>
                  <a:pt x="68142" y="168275"/>
                </a:cubicBezTo>
                <a:cubicBezTo>
                  <a:pt x="68142" y="225425"/>
                  <a:pt x="67507" y="282575"/>
                  <a:pt x="68460" y="339725"/>
                </a:cubicBezTo>
                <a:cubicBezTo>
                  <a:pt x="68770" y="363686"/>
                  <a:pt x="71064" y="387580"/>
                  <a:pt x="75318" y="411162"/>
                </a:cubicBezTo>
                <a:cubicBezTo>
                  <a:pt x="81668" y="445326"/>
                  <a:pt x="97289" y="474662"/>
                  <a:pt x="127325" y="494665"/>
                </a:cubicBezTo>
                <a:cubicBezTo>
                  <a:pt x="150463" y="508873"/>
                  <a:pt x="176305" y="518107"/>
                  <a:pt x="203207" y="521780"/>
                </a:cubicBezTo>
                <a:cubicBezTo>
                  <a:pt x="246514" y="529273"/>
                  <a:pt x="290265" y="527621"/>
                  <a:pt x="333889" y="527558"/>
                </a:cubicBezTo>
                <a:cubicBezTo>
                  <a:pt x="334936" y="527411"/>
                  <a:pt x="335960" y="527133"/>
                  <a:pt x="336937" y="526732"/>
                </a:cubicBezTo>
                <a:lnTo>
                  <a:pt x="336938" y="162243"/>
                </a:lnTo>
                <a:lnTo>
                  <a:pt x="202508" y="295021"/>
                </a:lnTo>
                <a:close/>
              </a:path>
            </a:pathLst>
          </a:custGeom>
          <a:solidFill>
            <a:schemeClr val="bg1"/>
          </a:solidFill>
          <a:ln w="6350" cap="flat">
            <a:noFill/>
            <a:prstDash val="solid"/>
            <a:miter/>
          </a:ln>
        </p:spPr>
        <p:txBody>
          <a:bodyPr rtlCol="0" anchor="ctr"/>
          <a:lstStyle/>
          <a:p>
            <a:endParaRPr lang="en-GB">
              <a:solidFill>
                <a:schemeClr val="bg1"/>
              </a:solidFill>
            </a:endParaRPr>
          </a:p>
        </p:txBody>
      </p:sp>
      <p:sp>
        <p:nvSpPr>
          <p:cNvPr id="7"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4327302" y="344971"/>
            <a:ext cx="7475232" cy="2858874"/>
          </a:xfrm>
        </p:spPr>
        <p:txBody>
          <a:bodyPr anchor="b" anchorCtr="0">
            <a:noAutofit/>
          </a:bodyPr>
          <a:lstStyle>
            <a:lvl1pPr algn="l">
              <a:lnSpc>
                <a:spcPct val="100000"/>
              </a:lnSpc>
              <a:defRPr sz="3600" baseline="0">
                <a:solidFill>
                  <a:schemeClr val="bg1"/>
                </a:solidFill>
              </a:defRPr>
            </a:lvl1pPr>
          </a:lstStyle>
          <a:p>
            <a:br>
              <a:rPr lang="en-US" noProof="0" dirty="0"/>
            </a:br>
            <a:br>
              <a:rPr lang="en-US" noProof="0" dirty="0"/>
            </a:br>
            <a:r>
              <a:rPr lang="en-US" noProof="0" dirty="0"/>
              <a:t>ACTIVITY: </a:t>
            </a:r>
            <a:br>
              <a:rPr lang="en-US" noProof="0" dirty="0"/>
            </a:br>
            <a:r>
              <a:rPr lang="en-US" noProof="0" dirty="0"/>
              <a:t>CLICK TO EDIT TITLE</a:t>
            </a:r>
            <a:endParaRPr lang="en-GB" noProof="0" dirty="0"/>
          </a:p>
        </p:txBody>
      </p:sp>
      <p:sp>
        <p:nvSpPr>
          <p:cNvPr id="8" name="Text Placeholder 3"/>
          <p:cNvSpPr>
            <a:spLocks noGrp="1"/>
          </p:cNvSpPr>
          <p:nvPr>
            <p:ph type="body" sz="quarter" idx="10" hasCustomPrompt="1"/>
          </p:nvPr>
        </p:nvSpPr>
        <p:spPr>
          <a:xfrm>
            <a:off x="4327303" y="3525004"/>
            <a:ext cx="7475230" cy="2791976"/>
          </a:xfrm>
        </p:spPr>
        <p:txBody>
          <a:bodyPr/>
          <a:lstStyle>
            <a:lvl1pPr>
              <a:lnSpc>
                <a:spcPct val="100000"/>
              </a:lnSpc>
              <a:defRPr b="0" baseline="0">
                <a:solidFill>
                  <a:schemeClr val="bg1"/>
                </a:solidFill>
              </a:defRPr>
            </a:lvl1pPr>
          </a:lstStyle>
          <a:p>
            <a:pPr lvl="0"/>
            <a:r>
              <a:rPr lang="en-US" dirty="0"/>
              <a:t>Click to edit instructions</a:t>
            </a:r>
          </a:p>
        </p:txBody>
      </p:sp>
    </p:spTree>
    <p:extLst>
      <p:ext uri="{BB962C8B-B14F-4D97-AF65-F5344CB8AC3E}">
        <p14:creationId xmlns:p14="http://schemas.microsoft.com/office/powerpoint/2010/main" val="3175680889"/>
      </p:ext>
    </p:extLst>
  </p:cSld>
  <p:clrMapOvr>
    <a:masterClrMapping/>
  </p:clrMapOvr>
  <p:extLst>
    <p:ext uri="{DCECCB84-F9BA-43D5-87BE-67443E8EF086}">
      <p15:sldGuideLst xmlns:p15="http://schemas.microsoft.com/office/powerpoint/2012/main">
        <p15:guide id="1" pos="3840">
          <p15:clr>
            <a:srgbClr val="FBAE40"/>
          </p15:clr>
        </p15:guide>
        <p15:guide id="2" orient="horz" pos="1457">
          <p15:clr>
            <a:srgbClr val="FBAE40"/>
          </p15:clr>
        </p15:guide>
        <p15:guide id="3" orient="horz" pos="363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8" name="Text Placeholder 2">
            <a:extLst>
              <a:ext uri="{FF2B5EF4-FFF2-40B4-BE49-F238E27FC236}">
                <a16:creationId xmlns:a16="http://schemas.microsoft.com/office/drawing/2014/main" id="{B623AAC1-38C0-EC41-AF66-7EC76ACCB83E}"/>
              </a:ext>
            </a:extLst>
          </p:cNvPr>
          <p:cNvSpPr>
            <a:spLocks noGrp="1"/>
          </p:cNvSpPr>
          <p:nvPr>
            <p:ph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Tree>
    <p:extLst>
      <p:ext uri="{BB962C8B-B14F-4D97-AF65-F5344CB8AC3E}">
        <p14:creationId xmlns:p14="http://schemas.microsoft.com/office/powerpoint/2010/main" val="3212588995"/>
      </p:ext>
    </p:extLst>
  </p:cSld>
  <p:clrMapOvr>
    <a:masterClrMapping/>
  </p:clrMapOvr>
  <p:extLst>
    <p:ext uri="{DCECCB84-F9BA-43D5-87BE-67443E8EF086}">
      <p15:sldGuideLst xmlns:p15="http://schemas.microsoft.com/office/powerpoint/2012/main">
        <p15:guide id="1" orient="horz" pos="777" userDrawn="1">
          <p15:clr>
            <a:srgbClr val="FBAE40"/>
          </p15:clr>
        </p15:guide>
        <p15:guide id="2" pos="3840" userDrawn="1">
          <p15:clr>
            <a:srgbClr val="FBAE40"/>
          </p15:clr>
        </p15:guide>
        <p15:guide id="3" orient="horz" pos="2160" userDrawn="1">
          <p15:clr>
            <a:srgbClr val="FBAE40"/>
          </p15:clr>
        </p15:guide>
        <p15:guide id="4" orient="horz" pos="2260" userDrawn="1">
          <p15:clr>
            <a:srgbClr val="FBAE40"/>
          </p15:clr>
        </p15:guide>
        <p15:guide id="5" pos="394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image">
    <p:spTree>
      <p:nvGrpSpPr>
        <p:cNvPr id="1" name=""/>
        <p:cNvGrpSpPr/>
        <p:nvPr/>
      </p:nvGrpSpPr>
      <p:grpSpPr>
        <a:xfrm>
          <a:off x="0" y="0"/>
          <a:ext cx="0" cy="0"/>
          <a:chOff x="0" y="0"/>
          <a:chExt cx="0" cy="0"/>
        </a:xfrm>
      </p:grpSpPr>
      <p:sp>
        <p:nvSpPr>
          <p:cNvPr id="3"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2" name="Rectangle 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3915446001"/>
      </p:ext>
    </p:extLst>
  </p:cSld>
  <p:clrMapOvr>
    <a:masterClrMapping/>
  </p:clrMapOvr>
  <p:extLst>
    <p:ext uri="{DCECCB84-F9BA-43D5-87BE-67443E8EF086}">
      <p15:sldGuideLst xmlns:p15="http://schemas.microsoft.com/office/powerpoint/2012/main">
        <p15:guide id="1" orient="horz" pos="777">
          <p15:clr>
            <a:srgbClr val="FBAE40"/>
          </p15:clr>
        </p15:guide>
        <p15:guide id="2" pos="384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icons and text">
    <p:spTree>
      <p:nvGrpSpPr>
        <p:cNvPr id="1" name=""/>
        <p:cNvGrpSpPr/>
        <p:nvPr/>
      </p:nvGrpSpPr>
      <p:grpSpPr>
        <a:xfrm>
          <a:off x="0" y="0"/>
          <a:ext cx="0" cy="0"/>
          <a:chOff x="0" y="0"/>
          <a:chExt cx="0" cy="0"/>
        </a:xfrm>
      </p:grpSpPr>
      <p:sp>
        <p:nvSpPr>
          <p:cNvPr id="3" name="Text Placeholder 4"/>
          <p:cNvSpPr>
            <a:spLocks noGrp="1"/>
          </p:cNvSpPr>
          <p:nvPr>
            <p:ph type="body" sz="quarter" idx="15" hasCustomPrompt="1"/>
          </p:nvPr>
        </p:nvSpPr>
        <p:spPr>
          <a:xfrm>
            <a:off x="1059427" y="3673998"/>
            <a:ext cx="2124159" cy="2749952"/>
          </a:xfrm>
        </p:spPr>
        <p:txBody>
          <a:bodyPr/>
          <a:lstStyle>
            <a:lvl1pPr marL="0" indent="0">
              <a:lnSpc>
                <a:spcPct val="100000"/>
              </a:lnSpc>
              <a:buFont typeface="Arial" panose="020B0604020202020204" pitchFamily="34" charset="0"/>
              <a:buNone/>
              <a:defRPr sz="2000" b="0"/>
            </a:lvl1pPr>
            <a:lvl2pPr marL="0" indent="0">
              <a:buFont typeface="Arial" panose="020B0604020202020204" pitchFamily="34" charset="0"/>
              <a:buNone/>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4" name="Text Placeholder 4"/>
          <p:cNvSpPr>
            <a:spLocks noGrp="1"/>
          </p:cNvSpPr>
          <p:nvPr>
            <p:ph type="body" sz="quarter" idx="16" hasCustomPrompt="1"/>
          </p:nvPr>
        </p:nvSpPr>
        <p:spPr>
          <a:xfrm>
            <a:off x="3639645" y="3673998"/>
            <a:ext cx="2068065"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6" name="Text Placeholder 4"/>
          <p:cNvSpPr>
            <a:spLocks noGrp="1"/>
          </p:cNvSpPr>
          <p:nvPr>
            <p:ph type="body" sz="quarter" idx="17" hasCustomPrompt="1"/>
          </p:nvPr>
        </p:nvSpPr>
        <p:spPr>
          <a:xfrm>
            <a:off x="6149996" y="3673998"/>
            <a:ext cx="2130523"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7" name="Picture Placeholder 21"/>
          <p:cNvSpPr>
            <a:spLocks noGrp="1"/>
          </p:cNvSpPr>
          <p:nvPr>
            <p:ph type="pic" sz="quarter" idx="18" hasCustomPrompt="1"/>
          </p:nvPr>
        </p:nvSpPr>
        <p:spPr>
          <a:xfrm>
            <a:off x="1059428" y="1993484"/>
            <a:ext cx="1437932" cy="1437930"/>
          </a:xfrm>
        </p:spPr>
        <p:txBody>
          <a:bodyPr/>
          <a:lstStyle>
            <a:lvl1pPr marL="0" indent="0">
              <a:buNone/>
              <a:defRPr/>
            </a:lvl1pPr>
          </a:lstStyle>
          <a:p>
            <a:r>
              <a:rPr lang="en-GB" dirty="0"/>
              <a:t>icon</a:t>
            </a:r>
          </a:p>
        </p:txBody>
      </p:sp>
      <p:sp>
        <p:nvSpPr>
          <p:cNvPr id="8" name="Picture Placeholder 21"/>
          <p:cNvSpPr>
            <a:spLocks noGrp="1"/>
          </p:cNvSpPr>
          <p:nvPr>
            <p:ph type="pic" sz="quarter" idx="19" hasCustomPrompt="1"/>
          </p:nvPr>
        </p:nvSpPr>
        <p:spPr>
          <a:xfrm>
            <a:off x="3639646" y="1986408"/>
            <a:ext cx="1437932" cy="1437930"/>
          </a:xfrm>
        </p:spPr>
        <p:txBody>
          <a:bodyPr/>
          <a:lstStyle>
            <a:lvl1pPr marL="0" indent="0">
              <a:buNone/>
              <a:defRPr/>
            </a:lvl1pPr>
          </a:lstStyle>
          <a:p>
            <a:r>
              <a:rPr lang="en-GB" dirty="0"/>
              <a:t>icon</a:t>
            </a:r>
          </a:p>
        </p:txBody>
      </p:sp>
      <p:sp>
        <p:nvSpPr>
          <p:cNvPr id="9" name="Picture Placeholder 21"/>
          <p:cNvSpPr>
            <a:spLocks noGrp="1"/>
          </p:cNvSpPr>
          <p:nvPr>
            <p:ph type="pic" sz="quarter" idx="20" hasCustomPrompt="1"/>
          </p:nvPr>
        </p:nvSpPr>
        <p:spPr>
          <a:xfrm>
            <a:off x="6149997" y="1993484"/>
            <a:ext cx="1437932" cy="1437930"/>
          </a:xfrm>
        </p:spPr>
        <p:txBody>
          <a:bodyPr/>
          <a:lstStyle>
            <a:lvl1pPr marL="0" indent="0">
              <a:buNone/>
              <a:defRPr/>
            </a:lvl1pPr>
          </a:lstStyle>
          <a:p>
            <a:r>
              <a:rPr lang="en-GB" dirty="0"/>
              <a:t>icon</a:t>
            </a:r>
          </a:p>
        </p:txBody>
      </p:sp>
      <p:sp>
        <p:nvSpPr>
          <p:cNvPr id="10" name="Text Placeholder 4"/>
          <p:cNvSpPr>
            <a:spLocks noGrp="1"/>
          </p:cNvSpPr>
          <p:nvPr>
            <p:ph type="body" sz="quarter" idx="21" hasCustomPrompt="1"/>
          </p:nvPr>
        </p:nvSpPr>
        <p:spPr>
          <a:xfrm>
            <a:off x="8637070" y="3688989"/>
            <a:ext cx="2183449" cy="2749952"/>
          </a:xfrm>
        </p:spPr>
        <p:txBody>
          <a:bodyPr/>
          <a:lstStyle>
            <a:lvl1pPr marL="0" indent="0">
              <a:lnSpc>
                <a:spcPct val="100000"/>
              </a:lnSpc>
              <a:buFont typeface="Arial" panose="020B0604020202020204" pitchFamily="34" charset="0"/>
              <a:buNone/>
              <a:defRPr sz="2000" b="0"/>
            </a:lvl1pPr>
            <a:lvl2pPr marL="180000" indent="-180000">
              <a:buFont typeface="Arial" panose="020B0604020202020204" pitchFamily="34" charset="0"/>
              <a:buChar char="•"/>
              <a:defRPr sz="1800"/>
            </a:lvl2pPr>
            <a:lvl3pPr marL="180000" indent="-180000">
              <a:buFont typeface="Arial" panose="020B0604020202020204" pitchFamily="34" charset="0"/>
              <a:buChar char="•"/>
              <a:defRPr/>
            </a:lvl3pPr>
            <a:lvl4pPr marL="180000" indent="-180000">
              <a:buFont typeface="Arial" panose="020B0604020202020204" pitchFamily="34" charset="0"/>
              <a:buChar char="•"/>
              <a:defRPr/>
            </a:lvl4pPr>
            <a:lvl5pPr marL="180000" indent="-180000">
              <a:buFont typeface="Arial" panose="020B0604020202020204" pitchFamily="34" charset="0"/>
              <a:buChar char="•"/>
              <a:defRPr/>
            </a:lvl5pPr>
          </a:lstStyle>
          <a:p>
            <a:pPr lvl="0"/>
            <a:r>
              <a:rPr lang="en-US" dirty="0"/>
              <a:t>Edit text</a:t>
            </a:r>
          </a:p>
        </p:txBody>
      </p:sp>
      <p:sp>
        <p:nvSpPr>
          <p:cNvPr id="11" name="Picture Placeholder 21"/>
          <p:cNvSpPr>
            <a:spLocks noGrp="1"/>
          </p:cNvSpPr>
          <p:nvPr>
            <p:ph type="pic" sz="quarter" idx="22" hasCustomPrompt="1"/>
          </p:nvPr>
        </p:nvSpPr>
        <p:spPr>
          <a:xfrm>
            <a:off x="8637071" y="2008475"/>
            <a:ext cx="1437932" cy="1437930"/>
          </a:xfrm>
        </p:spPr>
        <p:txBody>
          <a:bodyPr/>
          <a:lstStyle>
            <a:lvl1pPr marL="0" indent="0">
              <a:buNone/>
              <a:defRPr/>
            </a:lvl1pPr>
          </a:lstStyle>
          <a:p>
            <a:r>
              <a:rPr lang="en-GB" dirty="0"/>
              <a:t>icon</a:t>
            </a:r>
          </a:p>
        </p:txBody>
      </p:sp>
      <p:sp>
        <p:nvSpPr>
          <p:cNvPr id="1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3" name="Rectangle 1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4138968323"/>
      </p:ext>
    </p:extLst>
  </p:cSld>
  <p:clrMapOvr>
    <a:masterClrMapping/>
  </p:clrMapOvr>
  <p:extLst>
    <p:ext uri="{DCECCB84-F9BA-43D5-87BE-67443E8EF086}">
      <p15:sldGuideLst xmlns:p15="http://schemas.microsoft.com/office/powerpoint/2012/main">
        <p15:guide id="1" orient="horz" pos="777">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Four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1065907"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3511826" y="1986354"/>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Text Placeholder 7"/>
          <p:cNvSpPr>
            <a:spLocks noGrp="1"/>
          </p:cNvSpPr>
          <p:nvPr>
            <p:ph type="body" sz="quarter" idx="14" hasCustomPrompt="1"/>
          </p:nvPr>
        </p:nvSpPr>
        <p:spPr>
          <a:xfrm>
            <a:off x="5957745" y="1986353"/>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7" name="Text Placeholder 7"/>
          <p:cNvSpPr>
            <a:spLocks noGrp="1"/>
          </p:cNvSpPr>
          <p:nvPr>
            <p:ph type="body" sz="quarter" idx="15" hasCustomPrompt="1"/>
          </p:nvPr>
        </p:nvSpPr>
        <p:spPr>
          <a:xfrm>
            <a:off x="8403664" y="1986352"/>
            <a:ext cx="2153905"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8"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9" name="Rectangle 8"/>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2719566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Text Blocks">
    <p:spTree>
      <p:nvGrpSpPr>
        <p:cNvPr id="1" name=""/>
        <p:cNvGrpSpPr/>
        <p:nvPr/>
      </p:nvGrpSpPr>
      <p:grpSpPr>
        <a:xfrm>
          <a:off x="0" y="0"/>
          <a:ext cx="0" cy="0"/>
          <a:chOff x="0" y="0"/>
          <a:chExt cx="0" cy="0"/>
        </a:xfrm>
      </p:grpSpPr>
      <p:sp>
        <p:nvSpPr>
          <p:cNvPr id="10" name="Text Placeholder 7"/>
          <p:cNvSpPr>
            <a:spLocks noGrp="1"/>
          </p:cNvSpPr>
          <p:nvPr>
            <p:ph type="body" sz="quarter" idx="11" hasCustomPrompt="1"/>
          </p:nvPr>
        </p:nvSpPr>
        <p:spPr>
          <a:xfrm>
            <a:off x="5915467" y="1992793"/>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5" name="Text Placeholder 7"/>
          <p:cNvSpPr>
            <a:spLocks noGrp="1"/>
          </p:cNvSpPr>
          <p:nvPr>
            <p:ph type="body" sz="quarter" idx="13" hasCustomPrompt="1"/>
          </p:nvPr>
        </p:nvSpPr>
        <p:spPr>
          <a:xfrm>
            <a:off x="1069809" y="1992792"/>
            <a:ext cx="4646004" cy="4376323"/>
          </a:xfrm>
        </p:spPr>
        <p:txBody>
          <a:bodyPr/>
          <a:lstStyle>
            <a:lvl1pPr marL="0" indent="0">
              <a:lnSpc>
                <a:spcPct val="100000"/>
              </a:lnSpc>
              <a:buFont typeface="Arial" panose="020B0604020202020204" pitchFamily="34" charset="0"/>
              <a:buNone/>
              <a:defRPr sz="2000" b="0"/>
            </a:lvl1pPr>
            <a:lvl2pPr marL="171450" indent="-171450">
              <a:lnSpc>
                <a:spcPct val="100000"/>
              </a:lnSpc>
              <a:buFont typeface="Arial" panose="020B0604020202020204" pitchFamily="34" charset="0"/>
              <a:buChar char="•"/>
              <a:defRPr sz="2000" b="0"/>
            </a:lvl2pPr>
            <a:lvl3pPr>
              <a:lnSpc>
                <a:spcPct val="100000"/>
              </a:lnSpc>
              <a:defRPr sz="1800" b="0"/>
            </a:lvl3pPr>
            <a:lvl4pPr>
              <a:lnSpc>
                <a:spcPct val="100000"/>
              </a:lnSpc>
              <a:defRPr sz="1800" b="0"/>
            </a:lvl4pPr>
            <a:lvl5pPr>
              <a:lnSpc>
                <a:spcPct val="100000"/>
              </a:lnSpc>
              <a:defRPr sz="1800" b="0"/>
            </a:lvl5pPr>
          </a:lstStyle>
          <a:p>
            <a:pPr lvl="0"/>
            <a:r>
              <a:rPr lang="en-US" dirty="0"/>
              <a:t>Edit text</a:t>
            </a:r>
          </a:p>
          <a:p>
            <a:pPr lvl="1"/>
            <a:r>
              <a:rPr lang="en-US" dirty="0"/>
              <a:t>Second level</a:t>
            </a:r>
          </a:p>
          <a:p>
            <a:pPr lvl="1"/>
            <a:r>
              <a:rPr lang="en-US" dirty="0"/>
              <a:t>Third level</a:t>
            </a:r>
          </a:p>
          <a:p>
            <a:pPr lvl="1"/>
            <a:r>
              <a:rPr lang="en-US" dirty="0"/>
              <a:t>Fourth level</a:t>
            </a:r>
          </a:p>
          <a:p>
            <a:pPr lvl="1"/>
            <a:r>
              <a:rPr lang="en-US" dirty="0"/>
              <a:t>Fifth level</a:t>
            </a:r>
          </a:p>
        </p:txBody>
      </p:sp>
      <p:sp>
        <p:nvSpPr>
          <p:cNvPr id="6"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7" name="Rectangle 6"/>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2636117753"/>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p:spTree>
      <p:nvGrpSpPr>
        <p:cNvPr id="1" name=""/>
        <p:cNvGrpSpPr/>
        <p:nvPr/>
      </p:nvGrpSpPr>
      <p:grpSpPr>
        <a:xfrm>
          <a:off x="0" y="0"/>
          <a:ext cx="0" cy="0"/>
          <a:chOff x="0" y="0"/>
          <a:chExt cx="0" cy="0"/>
        </a:xfrm>
      </p:grpSpPr>
      <p:sp>
        <p:nvSpPr>
          <p:cNvPr id="9" name="Text Placeholder 7"/>
          <p:cNvSpPr>
            <a:spLocks noGrp="1"/>
          </p:cNvSpPr>
          <p:nvPr>
            <p:ph type="body" sz="quarter" idx="17" hasCustomPrompt="1"/>
          </p:nvPr>
        </p:nvSpPr>
        <p:spPr>
          <a:xfrm>
            <a:off x="1080209"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sz="1800"/>
            </a:lvl2pPr>
            <a:lvl3pPr marL="0" indent="0">
              <a:buNone/>
              <a:defRPr sz="1800"/>
            </a:lvl3pPr>
            <a:lvl4pPr>
              <a:defRPr sz="1800"/>
            </a:lvl4pPr>
            <a:lvl5pPr>
              <a:defRPr sz="1800"/>
            </a:lvl5pPr>
          </a:lstStyle>
          <a:p>
            <a:pPr lvl="0"/>
            <a:r>
              <a:rPr lang="en-US" dirty="0"/>
              <a:t>Edit text</a:t>
            </a:r>
          </a:p>
        </p:txBody>
      </p:sp>
      <p:sp>
        <p:nvSpPr>
          <p:cNvPr id="7" name="Picture Placeholder 4">
            <a:extLst>
              <a:ext uri="{FF2B5EF4-FFF2-40B4-BE49-F238E27FC236}">
                <a16:creationId xmlns:a16="http://schemas.microsoft.com/office/drawing/2014/main" id="{749837D3-F6DB-DB49-B987-A2004B0611D5}"/>
              </a:ext>
            </a:extLst>
          </p:cNvPr>
          <p:cNvSpPr>
            <a:spLocks noGrp="1"/>
          </p:cNvSpPr>
          <p:nvPr>
            <p:ph type="pic" sz="quarter" idx="13"/>
          </p:nvPr>
        </p:nvSpPr>
        <p:spPr>
          <a:xfrm>
            <a:off x="1080209" y="2003204"/>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5" name="Picture Placeholder 4">
            <a:extLst>
              <a:ext uri="{FF2B5EF4-FFF2-40B4-BE49-F238E27FC236}">
                <a16:creationId xmlns:a16="http://schemas.microsoft.com/office/drawing/2014/main" id="{749837D3-F6DB-DB49-B987-A2004B0611D5}"/>
              </a:ext>
            </a:extLst>
          </p:cNvPr>
          <p:cNvSpPr>
            <a:spLocks noGrp="1"/>
          </p:cNvSpPr>
          <p:nvPr>
            <p:ph type="pic" sz="quarter" idx="14"/>
          </p:nvPr>
        </p:nvSpPr>
        <p:spPr>
          <a:xfrm>
            <a:off x="5925914" y="2003203"/>
            <a:ext cx="4645958" cy="2072171"/>
          </a:xfrm>
          <a:prstGeom prst="rect">
            <a:avLst/>
          </a:prstGeom>
        </p:spPr>
        <p:txBody>
          <a:bodyPr/>
          <a:lstStyle>
            <a:lvl1pPr marL="0" indent="0">
              <a:buNone/>
              <a:defRPr baseline="0"/>
            </a:lvl1pPr>
          </a:lstStyle>
          <a:p>
            <a:r>
              <a:rPr lang="en-US"/>
              <a:t>Click icon to add picture</a:t>
            </a:r>
            <a:endParaRPr lang="en-US" dirty="0"/>
          </a:p>
        </p:txBody>
      </p:sp>
      <p:sp>
        <p:nvSpPr>
          <p:cNvPr id="8" name="Text Placeholder 7"/>
          <p:cNvSpPr>
            <a:spLocks noGrp="1"/>
          </p:cNvSpPr>
          <p:nvPr>
            <p:ph type="body" sz="quarter" idx="11" hasCustomPrompt="1"/>
          </p:nvPr>
        </p:nvSpPr>
        <p:spPr>
          <a:xfrm>
            <a:off x="5925868" y="4307356"/>
            <a:ext cx="4646004" cy="2072171"/>
          </a:xfrm>
        </p:spPr>
        <p:txBody>
          <a:bodyPr/>
          <a:lstStyle>
            <a:lvl1pPr marL="0" indent="0">
              <a:lnSpc>
                <a:spcPct val="100000"/>
              </a:lnSpc>
              <a:buFont typeface="Arial" panose="020B0604020202020204" pitchFamily="34" charset="0"/>
              <a:buNone/>
              <a:defRPr sz="2000" b="0"/>
            </a:lvl1pPr>
            <a:lvl2pPr marL="171450" indent="-171450">
              <a:buFont typeface="Arial" panose="020B0604020202020204" pitchFamily="34" charset="0"/>
              <a:buChar char="•"/>
              <a:defRPr/>
            </a:lvl2pPr>
          </a:lstStyle>
          <a:p>
            <a:pPr lvl="0"/>
            <a:r>
              <a:rPr lang="en-US" dirty="0"/>
              <a:t>Edit text</a:t>
            </a:r>
          </a:p>
        </p:txBody>
      </p:sp>
      <p:sp>
        <p:nvSpPr>
          <p:cNvPr id="10"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12" name="Rectangle 11"/>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itle Placeholder 1">
            <a:extLst>
              <a:ext uri="{FF2B5EF4-FFF2-40B4-BE49-F238E27FC236}">
                <a16:creationId xmlns:a16="http://schemas.microsoft.com/office/drawing/2014/main" id="{71FB68A7-A656-A348-AE42-02B5F30E1E55}"/>
              </a:ext>
            </a:extLst>
          </p:cNvPr>
          <p:cNvSpPr>
            <a:spLocks noGrp="1"/>
          </p:cNvSpPr>
          <p:nvPr>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Tree>
    <p:extLst>
      <p:ext uri="{BB962C8B-B14F-4D97-AF65-F5344CB8AC3E}">
        <p14:creationId xmlns:p14="http://schemas.microsoft.com/office/powerpoint/2010/main" val="1162594457"/>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56421" y="6511672"/>
            <a:ext cx="785483" cy="180000"/>
          </a:xfrm>
          <a:prstGeom prst="rect">
            <a:avLst/>
          </a:prstGeom>
        </p:spPr>
        <p:txBody>
          <a:bodyPr vert="horz" lIns="0" tIns="0" rIns="0" bIns="0" rtlCol="0" anchor="b" anchorCtr="0"/>
          <a:lstStyle>
            <a:lvl1pPr algn="r">
              <a:defRPr sz="760" b="1" i="0">
                <a:solidFill>
                  <a:schemeClr val="tx1"/>
                </a:solidFill>
                <a:latin typeface="Montserrat" pitchFamily="2" charset="77"/>
              </a:defRPr>
            </a:lvl1pPr>
          </a:lstStyle>
          <a:p>
            <a:fld id="{EF892D59-8F09-EF4B-AD6D-DA609442F868}" type="slidenum">
              <a:rPr lang="en-GB" smtClean="0"/>
              <a:pPr/>
              <a:t>‹#›</a:t>
            </a:fld>
            <a:endParaRPr lang="en-GB" dirty="0"/>
          </a:p>
        </p:txBody>
      </p:sp>
      <p:sp>
        <p:nvSpPr>
          <p:cNvPr id="3" name="Rectangle 2"/>
          <p:cNvSpPr/>
          <p:nvPr userDrawn="1"/>
        </p:nvSpPr>
        <p:spPr>
          <a:xfrm>
            <a:off x="0" y="75715"/>
            <a:ext cx="1089126" cy="80956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287913539"/>
      </p:ext>
    </p:extLst>
  </p:cSld>
  <p:clrMapOvr>
    <a:masterClrMapping/>
  </p:clrMapOvr>
  <p:extLst>
    <p:ext uri="{DCECCB84-F9BA-43D5-87BE-67443E8EF086}">
      <p15:sldGuideLst xmlns:p15="http://schemas.microsoft.com/office/powerpoint/2012/main">
        <p15:guide id="1" orient="horz" pos="777">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1_Hope you enjoyed">
    <p:bg>
      <p:bgPr>
        <a:solidFill>
          <a:srgbClr val="09EDB8"/>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4663440" y="0"/>
            <a:ext cx="7528560" cy="6858000"/>
          </a:xfrm>
          <a:prstGeom prst="rect">
            <a:avLst/>
          </a:prstGeom>
        </p:spPr>
      </p:pic>
      <p:sp>
        <p:nvSpPr>
          <p:cNvPr id="2" name="Title 1">
            <a:extLst>
              <a:ext uri="{FF2B5EF4-FFF2-40B4-BE49-F238E27FC236}">
                <a16:creationId xmlns:a16="http://schemas.microsoft.com/office/drawing/2014/main" id="{EBBB6D40-B4C9-8B4A-B2A6-126F64906376}"/>
              </a:ext>
            </a:extLst>
          </p:cNvPr>
          <p:cNvSpPr>
            <a:spLocks noGrp="1"/>
          </p:cNvSpPr>
          <p:nvPr>
            <p:ph type="ctrTitle" hasCustomPrompt="1"/>
          </p:nvPr>
        </p:nvSpPr>
        <p:spPr>
          <a:xfrm>
            <a:off x="385300" y="2311970"/>
            <a:ext cx="3138017" cy="1908338"/>
          </a:xfrm>
        </p:spPr>
        <p:txBody>
          <a:bodyPr anchor="b" anchorCtr="0">
            <a:noAutofit/>
          </a:bodyPr>
          <a:lstStyle>
            <a:lvl1pPr algn="l">
              <a:lnSpc>
                <a:spcPct val="100000"/>
              </a:lnSpc>
              <a:defRPr sz="3600" baseline="0"/>
            </a:lvl1pPr>
          </a:lstStyle>
          <a:p>
            <a:r>
              <a:rPr lang="en-US" noProof="0" dirty="0"/>
              <a:t>THANK YOU</a:t>
            </a:r>
            <a:endParaRPr lang="en-GB" noProof="0" dirty="0"/>
          </a:p>
        </p:txBody>
      </p:sp>
      <p:pic>
        <p:nvPicPr>
          <p:cNvPr id="6" name="Graphic 29">
            <a:extLst>
              <a:ext uri="{FF2B5EF4-FFF2-40B4-BE49-F238E27FC236}">
                <a16:creationId xmlns:a16="http://schemas.microsoft.com/office/drawing/2014/main" id="{572E6A4A-143B-E94B-A1BF-29C50E635AE7}"/>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900" y="302477"/>
            <a:ext cx="2643023" cy="1610367"/>
          </a:xfrm>
          <a:prstGeom prst="rect">
            <a:avLst/>
          </a:prstGeom>
        </p:spPr>
      </p:pic>
      <p:sp>
        <p:nvSpPr>
          <p:cNvPr id="8" name="Text Placeholder 6"/>
          <p:cNvSpPr>
            <a:spLocks noGrp="1"/>
          </p:cNvSpPr>
          <p:nvPr>
            <p:ph type="body" sz="quarter" idx="12" hasCustomPrompt="1"/>
          </p:nvPr>
        </p:nvSpPr>
        <p:spPr>
          <a:xfrm>
            <a:off x="385301" y="5306004"/>
            <a:ext cx="4269826" cy="1186921"/>
          </a:xfrm>
        </p:spPr>
        <p:txBody>
          <a:bodyPr/>
          <a:lstStyle>
            <a:lvl1pPr marL="0" marR="0" indent="0" algn="l" defTabSz="914400" rtl="0" eaLnBrk="1" fontAlgn="auto" latinLnBrk="0" hangingPunct="1">
              <a:lnSpc>
                <a:spcPct val="100000"/>
              </a:lnSpc>
              <a:spcBef>
                <a:spcPts val="0"/>
              </a:spcBef>
              <a:spcAft>
                <a:spcPts val="0"/>
              </a:spcAft>
              <a:buClrTx/>
              <a:buSzPct val="115000"/>
              <a:buFontTx/>
              <a:buNone/>
              <a:tabLst/>
              <a:defRPr b="0" baseline="0"/>
            </a:lvl1pPr>
            <a:lvl2pPr marL="374650" indent="-285750">
              <a:buFont typeface="Arial" panose="020B0604020202020204" pitchFamily="34" charset="0"/>
              <a:buChar char="•"/>
              <a:defRPr/>
            </a:lvl2pPr>
            <a:lvl3pPr marL="88900" indent="0">
              <a:buNone/>
              <a:defRPr/>
            </a:lvl3pPr>
            <a:lvl4pPr marL="88900" indent="0">
              <a:buNone/>
              <a:defRPr/>
            </a:lvl4pPr>
            <a:lvl5pPr marL="88900" indent="0">
              <a:buNone/>
              <a:defRPr/>
            </a:lvl5pPr>
          </a:lstStyle>
          <a:p>
            <a:pPr lvl="0"/>
            <a:r>
              <a:rPr lang="en-US" dirty="0"/>
              <a:t>Hope you enjoyed this learning journey.</a:t>
            </a:r>
          </a:p>
        </p:txBody>
      </p:sp>
      <p:grpSp>
        <p:nvGrpSpPr>
          <p:cNvPr id="4" name="Group 3"/>
          <p:cNvGrpSpPr/>
          <p:nvPr userDrawn="1"/>
        </p:nvGrpSpPr>
        <p:grpSpPr>
          <a:xfrm>
            <a:off x="-1698" y="3508800"/>
            <a:ext cx="7016130" cy="2425241"/>
            <a:chOff x="683" y="3508800"/>
            <a:chExt cx="7016130" cy="2425241"/>
          </a:xfrm>
          <a:solidFill>
            <a:srgbClr val="004050"/>
          </a:solidFill>
        </p:grpSpPr>
        <p:sp>
          <p:nvSpPr>
            <p:cNvPr id="25" name="Freeform 24">
              <a:extLst>
                <a:ext uri="{FF2B5EF4-FFF2-40B4-BE49-F238E27FC236}">
                  <a16:creationId xmlns:a16="http://schemas.microsoft.com/office/drawing/2014/main" id="{2F450B4C-241D-A544-BBEF-175E01D6A139}"/>
                </a:ext>
              </a:extLst>
            </p:cNvPr>
            <p:cNvSpPr/>
            <p:nvPr userDrawn="1"/>
          </p:nvSpPr>
          <p:spPr>
            <a:xfrm>
              <a:off x="683" y="3508800"/>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sp>
          <p:nvSpPr>
            <p:cNvPr id="26" name="Freeform 25">
              <a:extLst>
                <a:ext uri="{FF2B5EF4-FFF2-40B4-BE49-F238E27FC236}">
                  <a16:creationId xmlns:a16="http://schemas.microsoft.com/office/drawing/2014/main" id="{17BA7C41-EA1C-2F4D-90C7-EC472AB85B8A}"/>
                </a:ext>
              </a:extLst>
            </p:cNvPr>
            <p:cNvSpPr/>
            <p:nvPr userDrawn="1"/>
          </p:nvSpPr>
          <p:spPr>
            <a:xfrm>
              <a:off x="5439970" y="3509181"/>
              <a:ext cx="1576843" cy="2417447"/>
            </a:xfrm>
            <a:custGeom>
              <a:avLst/>
              <a:gdLst>
                <a:gd name="connsiteX0" fmla="*/ 275717 w 381000"/>
                <a:gd name="connsiteY0" fmla="*/ 292862 h 584200"/>
                <a:gd name="connsiteX1" fmla="*/ 0 w 381000"/>
                <a:gd name="connsiteY1" fmla="*/ 762 h 584200"/>
                <a:gd name="connsiteX2" fmla="*/ 5779 w 381000"/>
                <a:gd name="connsiteY2" fmla="*/ 0 h 584200"/>
                <a:gd name="connsiteX3" fmla="*/ 65532 w 381000"/>
                <a:gd name="connsiteY3" fmla="*/ 0 h 584200"/>
                <a:gd name="connsiteX4" fmla="*/ 73089 w 381000"/>
                <a:gd name="connsiteY4" fmla="*/ 4191 h 584200"/>
                <a:gd name="connsiteX5" fmla="*/ 202629 w 381000"/>
                <a:gd name="connsiteY5" fmla="*/ 164973 h 584200"/>
                <a:gd name="connsiteX6" fmla="*/ 377889 w 381000"/>
                <a:gd name="connsiteY6" fmla="*/ 290449 h 584200"/>
                <a:gd name="connsiteX7" fmla="*/ 381318 w 381000"/>
                <a:gd name="connsiteY7" fmla="*/ 292481 h 584200"/>
                <a:gd name="connsiteX8" fmla="*/ 340043 w 381000"/>
                <a:gd name="connsiteY8" fmla="*/ 317881 h 584200"/>
                <a:gd name="connsiteX9" fmla="*/ 126238 w 381000"/>
                <a:gd name="connsiteY9" fmla="*/ 500698 h 584200"/>
                <a:gd name="connsiteX10" fmla="*/ 74358 w 381000"/>
                <a:gd name="connsiteY10" fmla="*/ 579120 h 584200"/>
                <a:gd name="connsiteX11" fmla="*/ 65024 w 381000"/>
                <a:gd name="connsiteY11" fmla="*/ 584708 h 584200"/>
                <a:gd name="connsiteX12" fmla="*/ 0 w 381000"/>
                <a:gd name="connsiteY12" fmla="*/ 584708 h 584200"/>
                <a:gd name="connsiteX13" fmla="*/ 275717 w 381000"/>
                <a:gd name="connsiteY13" fmla="*/ 292862 h 584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81000" h="584200">
                  <a:moveTo>
                    <a:pt x="275717" y="292862"/>
                  </a:moveTo>
                  <a:cubicBezTo>
                    <a:pt x="157290" y="220155"/>
                    <a:pt x="68517" y="120840"/>
                    <a:pt x="0" y="762"/>
                  </a:cubicBezTo>
                  <a:cubicBezTo>
                    <a:pt x="1912" y="408"/>
                    <a:pt x="3840" y="154"/>
                    <a:pt x="5779" y="0"/>
                  </a:cubicBezTo>
                  <a:cubicBezTo>
                    <a:pt x="25654" y="0"/>
                    <a:pt x="45593" y="0"/>
                    <a:pt x="65532" y="0"/>
                  </a:cubicBezTo>
                  <a:cubicBezTo>
                    <a:pt x="68552" y="194"/>
                    <a:pt x="71325" y="1732"/>
                    <a:pt x="73089" y="4191"/>
                  </a:cubicBezTo>
                  <a:cubicBezTo>
                    <a:pt x="105855" y="66230"/>
                    <a:pt x="150940" y="118491"/>
                    <a:pt x="202629" y="164973"/>
                  </a:cubicBezTo>
                  <a:cubicBezTo>
                    <a:pt x="256618" y="212664"/>
                    <a:pt x="315344" y="254708"/>
                    <a:pt x="377889" y="290449"/>
                  </a:cubicBezTo>
                  <a:lnTo>
                    <a:pt x="381318" y="292481"/>
                  </a:lnTo>
                  <a:cubicBezTo>
                    <a:pt x="367221" y="301180"/>
                    <a:pt x="353568" y="309372"/>
                    <a:pt x="340043" y="317881"/>
                  </a:cubicBezTo>
                  <a:cubicBezTo>
                    <a:pt x="260224" y="368681"/>
                    <a:pt x="186246" y="426593"/>
                    <a:pt x="126238" y="500698"/>
                  </a:cubicBezTo>
                  <a:cubicBezTo>
                    <a:pt x="106331" y="525012"/>
                    <a:pt x="88949" y="551288"/>
                    <a:pt x="74358" y="579120"/>
                  </a:cubicBezTo>
                  <a:cubicBezTo>
                    <a:pt x="72939" y="582938"/>
                    <a:pt x="69060" y="585261"/>
                    <a:pt x="65024" y="584708"/>
                  </a:cubicBezTo>
                  <a:cubicBezTo>
                    <a:pt x="43879" y="584391"/>
                    <a:pt x="22733" y="584708"/>
                    <a:pt x="0" y="584708"/>
                  </a:cubicBezTo>
                  <a:cubicBezTo>
                    <a:pt x="68517" y="464693"/>
                    <a:pt x="157862" y="365951"/>
                    <a:pt x="275717" y="292862"/>
                  </a:cubicBezTo>
                  <a:close/>
                </a:path>
              </a:pathLst>
            </a:custGeom>
            <a:grpFill/>
            <a:ln w="6350" cap="flat">
              <a:noFill/>
              <a:prstDash val="solid"/>
              <a:miter/>
            </a:ln>
          </p:spPr>
          <p:txBody>
            <a:bodyPr rtlCol="0" anchor="ctr"/>
            <a:lstStyle/>
            <a:p>
              <a:endParaRPr lang="en-GB"/>
            </a:p>
          </p:txBody>
        </p:sp>
        <p:sp>
          <p:nvSpPr>
            <p:cNvPr id="27" name="Freeform 26">
              <a:extLst>
                <a:ext uri="{FF2B5EF4-FFF2-40B4-BE49-F238E27FC236}">
                  <a16:creationId xmlns:a16="http://schemas.microsoft.com/office/drawing/2014/main" id="{2F450B4C-241D-A544-BBEF-175E01D6A139}"/>
                </a:ext>
              </a:extLst>
            </p:cNvPr>
            <p:cNvSpPr/>
            <p:nvPr userDrawn="1"/>
          </p:nvSpPr>
          <p:spPr>
            <a:xfrm flipV="1">
              <a:off x="683" y="4907035"/>
              <a:ext cx="5938619" cy="1027006"/>
            </a:xfrm>
            <a:custGeom>
              <a:avLst/>
              <a:gdLst>
                <a:gd name="connsiteX0" fmla="*/ 749871 w 749300"/>
                <a:gd name="connsiteY0" fmla="*/ 248186 h 247650"/>
                <a:gd name="connsiteX1" fmla="*/ 0 w 749300"/>
                <a:gd name="connsiteY1" fmla="*/ 248186 h 247650"/>
                <a:gd name="connsiteX2" fmla="*/ 0 w 749300"/>
                <a:gd name="connsiteY2" fmla="*/ 192497 h 247650"/>
                <a:gd name="connsiteX3" fmla="*/ 603885 w 749300"/>
                <a:gd name="connsiteY3" fmla="*/ 192497 h 247650"/>
                <a:gd name="connsiteX4" fmla="*/ 457200 w 749300"/>
                <a:gd name="connsiteY4" fmla="*/ 219 h 247650"/>
                <a:gd name="connsiteX5" fmla="*/ 515239 w 749300"/>
                <a:gd name="connsiteY5" fmla="*/ 219 h 247650"/>
                <a:gd name="connsiteX6" fmla="*/ 535495 w 749300"/>
                <a:gd name="connsiteY6" fmla="*/ 12347 h 247650"/>
                <a:gd name="connsiteX7" fmla="*/ 600011 w 749300"/>
                <a:gd name="connsiteY7" fmla="*/ 105057 h 247650"/>
                <a:gd name="connsiteX8" fmla="*/ 744030 w 749300"/>
                <a:gd name="connsiteY8" fmla="*/ 242090 h 247650"/>
                <a:gd name="connsiteX9" fmla="*/ 749236 w 749300"/>
                <a:gd name="connsiteY9" fmla="*/ 246535 h 247650"/>
                <a:gd name="connsiteX10" fmla="*/ 749871 w 749300"/>
                <a:gd name="connsiteY10" fmla="*/ 248186 h 247650"/>
                <a:gd name="connsiteX0" fmla="*/ 1670881 w 1670881"/>
                <a:gd name="connsiteY0" fmla="*/ 248186 h 248186"/>
                <a:gd name="connsiteX1" fmla="*/ 921010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70881 w 1670881"/>
                <a:gd name="connsiteY0" fmla="*/ 248186 h 248186"/>
                <a:gd name="connsiteX1" fmla="*/ 1324 w 1670881"/>
                <a:gd name="connsiteY1" fmla="*/ 248186 h 248186"/>
                <a:gd name="connsiteX2" fmla="*/ 0 w 1670881"/>
                <a:gd name="connsiteY2" fmla="*/ 192497 h 248186"/>
                <a:gd name="connsiteX3" fmla="*/ 1524895 w 1670881"/>
                <a:gd name="connsiteY3" fmla="*/ 192497 h 248186"/>
                <a:gd name="connsiteX4" fmla="*/ 1378210 w 1670881"/>
                <a:gd name="connsiteY4" fmla="*/ 219 h 248186"/>
                <a:gd name="connsiteX5" fmla="*/ 1436249 w 1670881"/>
                <a:gd name="connsiteY5" fmla="*/ 219 h 248186"/>
                <a:gd name="connsiteX6" fmla="*/ 1456505 w 1670881"/>
                <a:gd name="connsiteY6" fmla="*/ 12347 h 248186"/>
                <a:gd name="connsiteX7" fmla="*/ 1521021 w 1670881"/>
                <a:gd name="connsiteY7" fmla="*/ 105057 h 248186"/>
                <a:gd name="connsiteX8" fmla="*/ 1665040 w 1670881"/>
                <a:gd name="connsiteY8" fmla="*/ 242090 h 248186"/>
                <a:gd name="connsiteX9" fmla="*/ 1670246 w 1670881"/>
                <a:gd name="connsiteY9" fmla="*/ 246535 h 248186"/>
                <a:gd name="connsiteX10" fmla="*/ 1670881 w 1670881"/>
                <a:gd name="connsiteY10" fmla="*/ 248186 h 248186"/>
                <a:gd name="connsiteX0" fmla="*/ 1669638 w 1669638"/>
                <a:gd name="connsiteY0" fmla="*/ 248186 h 248186"/>
                <a:gd name="connsiteX1" fmla="*/ 81 w 1669638"/>
                <a:gd name="connsiteY1" fmla="*/ 248186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7193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9638 w 1669638"/>
                <a:gd name="connsiteY0" fmla="*/ 248186 h 248186"/>
                <a:gd name="connsiteX1" fmla="*/ 80 w 1669638"/>
                <a:gd name="connsiteY1" fmla="*/ 247193 h 248186"/>
                <a:gd name="connsiteX2" fmla="*/ 742 w 1669638"/>
                <a:gd name="connsiteY2" fmla="*/ 192497 h 248186"/>
                <a:gd name="connsiteX3" fmla="*/ 1523652 w 1669638"/>
                <a:gd name="connsiteY3" fmla="*/ 192497 h 248186"/>
                <a:gd name="connsiteX4" fmla="*/ 1376967 w 1669638"/>
                <a:gd name="connsiteY4" fmla="*/ 219 h 248186"/>
                <a:gd name="connsiteX5" fmla="*/ 1435006 w 1669638"/>
                <a:gd name="connsiteY5" fmla="*/ 219 h 248186"/>
                <a:gd name="connsiteX6" fmla="*/ 1455262 w 1669638"/>
                <a:gd name="connsiteY6" fmla="*/ 12347 h 248186"/>
                <a:gd name="connsiteX7" fmla="*/ 1519778 w 1669638"/>
                <a:gd name="connsiteY7" fmla="*/ 105057 h 248186"/>
                <a:gd name="connsiteX8" fmla="*/ 1663797 w 1669638"/>
                <a:gd name="connsiteY8" fmla="*/ 242090 h 248186"/>
                <a:gd name="connsiteX9" fmla="*/ 1669003 w 1669638"/>
                <a:gd name="connsiteY9" fmla="*/ 246535 h 248186"/>
                <a:gd name="connsiteX10" fmla="*/ 1669638 w 1669638"/>
                <a:gd name="connsiteY10" fmla="*/ 248186 h 248186"/>
                <a:gd name="connsiteX0" fmla="*/ 1668896 w 1668896"/>
                <a:gd name="connsiteY0" fmla="*/ 248186 h 248186"/>
                <a:gd name="connsiteX1" fmla="*/ 331 w 1668896"/>
                <a:gd name="connsiteY1" fmla="*/ 248186 h 248186"/>
                <a:gd name="connsiteX2" fmla="*/ 0 w 1668896"/>
                <a:gd name="connsiteY2" fmla="*/ 192497 h 248186"/>
                <a:gd name="connsiteX3" fmla="*/ 1522910 w 1668896"/>
                <a:gd name="connsiteY3" fmla="*/ 192497 h 248186"/>
                <a:gd name="connsiteX4" fmla="*/ 1376225 w 1668896"/>
                <a:gd name="connsiteY4" fmla="*/ 219 h 248186"/>
                <a:gd name="connsiteX5" fmla="*/ 1434264 w 1668896"/>
                <a:gd name="connsiteY5" fmla="*/ 219 h 248186"/>
                <a:gd name="connsiteX6" fmla="*/ 1454520 w 1668896"/>
                <a:gd name="connsiteY6" fmla="*/ 12347 h 248186"/>
                <a:gd name="connsiteX7" fmla="*/ 1519036 w 1668896"/>
                <a:gd name="connsiteY7" fmla="*/ 105057 h 248186"/>
                <a:gd name="connsiteX8" fmla="*/ 1663055 w 1668896"/>
                <a:gd name="connsiteY8" fmla="*/ 242090 h 248186"/>
                <a:gd name="connsiteX9" fmla="*/ 1668261 w 1668896"/>
                <a:gd name="connsiteY9" fmla="*/ 246535 h 248186"/>
                <a:gd name="connsiteX10" fmla="*/ 1668896 w 1668896"/>
                <a:gd name="connsiteY10" fmla="*/ 248186 h 248186"/>
                <a:gd name="connsiteX0" fmla="*/ 1668566 w 1668566"/>
                <a:gd name="connsiteY0" fmla="*/ 248186 h 248186"/>
                <a:gd name="connsiteX1" fmla="*/ 1 w 1668566"/>
                <a:gd name="connsiteY1" fmla="*/ 248186 h 248186"/>
                <a:gd name="connsiteX2" fmla="*/ 229815 w 1668566"/>
                <a:gd name="connsiteY2" fmla="*/ 194032 h 248186"/>
                <a:gd name="connsiteX3" fmla="*/ 1522580 w 1668566"/>
                <a:gd name="connsiteY3" fmla="*/ 192497 h 248186"/>
                <a:gd name="connsiteX4" fmla="*/ 1375895 w 1668566"/>
                <a:gd name="connsiteY4" fmla="*/ 219 h 248186"/>
                <a:gd name="connsiteX5" fmla="*/ 1433934 w 1668566"/>
                <a:gd name="connsiteY5" fmla="*/ 219 h 248186"/>
                <a:gd name="connsiteX6" fmla="*/ 1454190 w 1668566"/>
                <a:gd name="connsiteY6" fmla="*/ 12347 h 248186"/>
                <a:gd name="connsiteX7" fmla="*/ 1518706 w 1668566"/>
                <a:gd name="connsiteY7" fmla="*/ 105057 h 248186"/>
                <a:gd name="connsiteX8" fmla="*/ 1662725 w 1668566"/>
                <a:gd name="connsiteY8" fmla="*/ 242090 h 248186"/>
                <a:gd name="connsiteX9" fmla="*/ 1667931 w 1668566"/>
                <a:gd name="connsiteY9" fmla="*/ 246535 h 248186"/>
                <a:gd name="connsiteX10" fmla="*/ 1668566 w 1668566"/>
                <a:gd name="connsiteY10" fmla="*/ 248186 h 248186"/>
                <a:gd name="connsiteX0" fmla="*/ 1440017 w 1440017"/>
                <a:gd name="connsiteY0" fmla="*/ 248186 h 248186"/>
                <a:gd name="connsiteX1" fmla="*/ 62 w 1440017"/>
                <a:gd name="connsiteY1" fmla="*/ 248186 h 248186"/>
                <a:gd name="connsiteX2" fmla="*/ 1266 w 1440017"/>
                <a:gd name="connsiteY2" fmla="*/ 194032 h 248186"/>
                <a:gd name="connsiteX3" fmla="*/ 1294031 w 1440017"/>
                <a:gd name="connsiteY3" fmla="*/ 192497 h 248186"/>
                <a:gd name="connsiteX4" fmla="*/ 1147346 w 1440017"/>
                <a:gd name="connsiteY4" fmla="*/ 219 h 248186"/>
                <a:gd name="connsiteX5" fmla="*/ 1205385 w 1440017"/>
                <a:gd name="connsiteY5" fmla="*/ 219 h 248186"/>
                <a:gd name="connsiteX6" fmla="*/ 1225641 w 1440017"/>
                <a:gd name="connsiteY6" fmla="*/ 12347 h 248186"/>
                <a:gd name="connsiteX7" fmla="*/ 1290157 w 1440017"/>
                <a:gd name="connsiteY7" fmla="*/ 105057 h 248186"/>
                <a:gd name="connsiteX8" fmla="*/ 1434176 w 1440017"/>
                <a:gd name="connsiteY8" fmla="*/ 242090 h 248186"/>
                <a:gd name="connsiteX9" fmla="*/ 1439382 w 1440017"/>
                <a:gd name="connsiteY9" fmla="*/ 246535 h 248186"/>
                <a:gd name="connsiteX10" fmla="*/ 1440017 w 1440017"/>
                <a:gd name="connsiteY10" fmla="*/ 248186 h 248186"/>
                <a:gd name="connsiteX0" fmla="*/ 1439987 w 1439987"/>
                <a:gd name="connsiteY0" fmla="*/ 248186 h 248186"/>
                <a:gd name="connsiteX1" fmla="*/ 32 w 1439987"/>
                <a:gd name="connsiteY1" fmla="*/ 248186 h 248186"/>
                <a:gd name="connsiteX2" fmla="*/ 3538 w 1439987"/>
                <a:gd name="connsiteY2" fmla="*/ 192881 h 248186"/>
                <a:gd name="connsiteX3" fmla="*/ 1294001 w 1439987"/>
                <a:gd name="connsiteY3" fmla="*/ 192497 h 248186"/>
                <a:gd name="connsiteX4" fmla="*/ 1147316 w 1439987"/>
                <a:gd name="connsiteY4" fmla="*/ 219 h 248186"/>
                <a:gd name="connsiteX5" fmla="*/ 1205355 w 1439987"/>
                <a:gd name="connsiteY5" fmla="*/ 219 h 248186"/>
                <a:gd name="connsiteX6" fmla="*/ 1225611 w 1439987"/>
                <a:gd name="connsiteY6" fmla="*/ 12347 h 248186"/>
                <a:gd name="connsiteX7" fmla="*/ 1290127 w 1439987"/>
                <a:gd name="connsiteY7" fmla="*/ 105057 h 248186"/>
                <a:gd name="connsiteX8" fmla="*/ 1434146 w 1439987"/>
                <a:gd name="connsiteY8" fmla="*/ 242090 h 248186"/>
                <a:gd name="connsiteX9" fmla="*/ 1439352 w 1439987"/>
                <a:gd name="connsiteY9" fmla="*/ 246535 h 248186"/>
                <a:gd name="connsiteX10" fmla="*/ 1439987 w 1439987"/>
                <a:gd name="connsiteY10" fmla="*/ 248186 h 248186"/>
                <a:gd name="connsiteX0" fmla="*/ 1436625 w 1436625"/>
                <a:gd name="connsiteY0" fmla="*/ 248186 h 248186"/>
                <a:gd name="connsiteX1" fmla="*/ 122 w 1436625"/>
                <a:gd name="connsiteY1" fmla="*/ 248186 h 248186"/>
                <a:gd name="connsiteX2" fmla="*/ 176 w 1436625"/>
                <a:gd name="connsiteY2" fmla="*/ 192881 h 248186"/>
                <a:gd name="connsiteX3" fmla="*/ 1290639 w 1436625"/>
                <a:gd name="connsiteY3" fmla="*/ 192497 h 248186"/>
                <a:gd name="connsiteX4" fmla="*/ 1143954 w 1436625"/>
                <a:gd name="connsiteY4" fmla="*/ 219 h 248186"/>
                <a:gd name="connsiteX5" fmla="*/ 1201993 w 1436625"/>
                <a:gd name="connsiteY5" fmla="*/ 219 h 248186"/>
                <a:gd name="connsiteX6" fmla="*/ 1222249 w 1436625"/>
                <a:gd name="connsiteY6" fmla="*/ 12347 h 248186"/>
                <a:gd name="connsiteX7" fmla="*/ 1286765 w 1436625"/>
                <a:gd name="connsiteY7" fmla="*/ 105057 h 248186"/>
                <a:gd name="connsiteX8" fmla="*/ 1430784 w 1436625"/>
                <a:gd name="connsiteY8" fmla="*/ 242090 h 248186"/>
                <a:gd name="connsiteX9" fmla="*/ 1435990 w 1436625"/>
                <a:gd name="connsiteY9" fmla="*/ 246535 h 248186"/>
                <a:gd name="connsiteX10" fmla="*/ 1436625 w 1436625"/>
                <a:gd name="connsiteY10" fmla="*/ 248186 h 248186"/>
                <a:gd name="connsiteX0" fmla="*/ 1436553 w 1436553"/>
                <a:gd name="connsiteY0" fmla="*/ 248186 h 248186"/>
                <a:gd name="connsiteX1" fmla="*/ 50 w 1436553"/>
                <a:gd name="connsiteY1" fmla="*/ 248186 h 248186"/>
                <a:gd name="connsiteX2" fmla="*/ 1830 w 1436553"/>
                <a:gd name="connsiteY2" fmla="*/ 192881 h 248186"/>
                <a:gd name="connsiteX3" fmla="*/ 1290567 w 1436553"/>
                <a:gd name="connsiteY3" fmla="*/ 192497 h 248186"/>
                <a:gd name="connsiteX4" fmla="*/ 1143882 w 1436553"/>
                <a:gd name="connsiteY4" fmla="*/ 219 h 248186"/>
                <a:gd name="connsiteX5" fmla="*/ 1201921 w 1436553"/>
                <a:gd name="connsiteY5" fmla="*/ 219 h 248186"/>
                <a:gd name="connsiteX6" fmla="*/ 1222177 w 1436553"/>
                <a:gd name="connsiteY6" fmla="*/ 12347 h 248186"/>
                <a:gd name="connsiteX7" fmla="*/ 1286693 w 1436553"/>
                <a:gd name="connsiteY7" fmla="*/ 105057 h 248186"/>
                <a:gd name="connsiteX8" fmla="*/ 1430712 w 1436553"/>
                <a:gd name="connsiteY8" fmla="*/ 242090 h 248186"/>
                <a:gd name="connsiteX9" fmla="*/ 1435918 w 1436553"/>
                <a:gd name="connsiteY9" fmla="*/ 246535 h 248186"/>
                <a:gd name="connsiteX10" fmla="*/ 1436553 w 1436553"/>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 name="connsiteX0" fmla="*/ 1434899 w 1434899"/>
                <a:gd name="connsiteY0" fmla="*/ 248186 h 248186"/>
                <a:gd name="connsiteX1" fmla="*/ 122 w 1434899"/>
                <a:gd name="connsiteY1" fmla="*/ 248186 h 248186"/>
                <a:gd name="connsiteX2" fmla="*/ 176 w 1434899"/>
                <a:gd name="connsiteY2" fmla="*/ 192881 h 248186"/>
                <a:gd name="connsiteX3" fmla="*/ 1288913 w 1434899"/>
                <a:gd name="connsiteY3" fmla="*/ 192497 h 248186"/>
                <a:gd name="connsiteX4" fmla="*/ 1142228 w 1434899"/>
                <a:gd name="connsiteY4" fmla="*/ 219 h 248186"/>
                <a:gd name="connsiteX5" fmla="*/ 1200267 w 1434899"/>
                <a:gd name="connsiteY5" fmla="*/ 219 h 248186"/>
                <a:gd name="connsiteX6" fmla="*/ 1220523 w 1434899"/>
                <a:gd name="connsiteY6" fmla="*/ 12347 h 248186"/>
                <a:gd name="connsiteX7" fmla="*/ 1285039 w 1434899"/>
                <a:gd name="connsiteY7" fmla="*/ 105057 h 248186"/>
                <a:gd name="connsiteX8" fmla="*/ 1429058 w 1434899"/>
                <a:gd name="connsiteY8" fmla="*/ 242090 h 248186"/>
                <a:gd name="connsiteX9" fmla="*/ 1434264 w 1434899"/>
                <a:gd name="connsiteY9" fmla="*/ 246535 h 248186"/>
                <a:gd name="connsiteX10" fmla="*/ 1434899 w 1434899"/>
                <a:gd name="connsiteY10" fmla="*/ 248186 h 2481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34899" h="248186">
                  <a:moveTo>
                    <a:pt x="1434899" y="248186"/>
                  </a:moveTo>
                  <a:lnTo>
                    <a:pt x="122" y="248186"/>
                  </a:lnTo>
                  <a:cubicBezTo>
                    <a:pt x="-319" y="229623"/>
                    <a:pt x="617" y="211444"/>
                    <a:pt x="176" y="192881"/>
                  </a:cubicBezTo>
                  <a:lnTo>
                    <a:pt x="1288913" y="192497"/>
                  </a:lnTo>
                  <a:cubicBezTo>
                    <a:pt x="1231064" y="134140"/>
                    <a:pt x="1177788" y="74768"/>
                    <a:pt x="1142228" y="219"/>
                  </a:cubicBezTo>
                  <a:cubicBezTo>
                    <a:pt x="1162611" y="219"/>
                    <a:pt x="1181471" y="854"/>
                    <a:pt x="1200267" y="219"/>
                  </a:cubicBezTo>
                  <a:cubicBezTo>
                    <a:pt x="1209059" y="-1141"/>
                    <a:pt x="1217571" y="3956"/>
                    <a:pt x="1220523" y="12347"/>
                  </a:cubicBezTo>
                  <a:cubicBezTo>
                    <a:pt x="1238085" y="45816"/>
                    <a:pt x="1259758" y="76961"/>
                    <a:pt x="1285039" y="105057"/>
                  </a:cubicBezTo>
                  <a:cubicBezTo>
                    <a:pt x="1328667" y="155126"/>
                    <a:pt x="1376883" y="201004"/>
                    <a:pt x="1429058" y="242090"/>
                  </a:cubicBezTo>
                  <a:cubicBezTo>
                    <a:pt x="1430836" y="243551"/>
                    <a:pt x="1432613" y="245011"/>
                    <a:pt x="1434264" y="246535"/>
                  </a:cubicBezTo>
                  <a:cubicBezTo>
                    <a:pt x="1434582" y="246599"/>
                    <a:pt x="1434582" y="247170"/>
                    <a:pt x="1434899" y="248186"/>
                  </a:cubicBezTo>
                  <a:close/>
                </a:path>
              </a:pathLst>
            </a:custGeom>
            <a:grpFill/>
            <a:ln w="6350" cap="flat">
              <a:noFill/>
              <a:prstDash val="solid"/>
              <a:miter/>
            </a:ln>
          </p:spPr>
          <p:txBody>
            <a:bodyPr rtlCol="0" anchor="ctr"/>
            <a:lstStyle/>
            <a:p>
              <a:endParaRPr lang="en-GB"/>
            </a:p>
          </p:txBody>
        </p:sp>
      </p:grpSp>
    </p:spTree>
    <p:extLst>
      <p:ext uri="{BB962C8B-B14F-4D97-AF65-F5344CB8AC3E}">
        <p14:creationId xmlns:p14="http://schemas.microsoft.com/office/powerpoint/2010/main" val="1887849664"/>
      </p:ext>
    </p:extLst>
  </p:cSld>
  <p:clrMapOvr>
    <a:masterClrMapping/>
  </p:clrMapOvr>
  <p:extLst>
    <p:ext uri="{DCECCB84-F9BA-43D5-87BE-67443E8EF086}">
      <p15:sldGuideLst xmlns:p15="http://schemas.microsoft.com/office/powerpoint/2012/main">
        <p15:guide id="1" orient="horz" pos="3634">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QA Template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466" y="2130432"/>
            <a:ext cx="11049077" cy="1470025"/>
          </a:xfrm>
        </p:spPr>
        <p:txBody>
          <a:bodyPr>
            <a:normAutofit/>
          </a:bodyPr>
          <a:lstStyle>
            <a:lvl1pPr algn="ctr">
              <a:defRPr sz="3600">
                <a:solidFill>
                  <a:srgbClr val="0070C0"/>
                </a:solidFill>
              </a:defRPr>
            </a:lvl1pPr>
          </a:lstStyle>
          <a:p>
            <a:r>
              <a:rPr lang="en-US"/>
              <a:t>Click to edit Master title style</a:t>
            </a:r>
            <a:endParaRPr lang="en-GB" dirty="0"/>
          </a:p>
        </p:txBody>
      </p:sp>
      <p:sp>
        <p:nvSpPr>
          <p:cNvPr id="3" name="Subtitle 2"/>
          <p:cNvSpPr>
            <a:spLocks noGrp="1"/>
          </p:cNvSpPr>
          <p:nvPr>
            <p:ph type="subTitle" idx="1"/>
          </p:nvPr>
        </p:nvSpPr>
        <p:spPr>
          <a:xfrm>
            <a:off x="1828800" y="3886200"/>
            <a:ext cx="8534400" cy="1752600"/>
          </a:xfrm>
        </p:spPr>
        <p:txBody>
          <a:bodyPr>
            <a:normAutofit/>
          </a:bodyPr>
          <a:lstStyle>
            <a:lvl1pPr marL="0" indent="0" algn="ctr">
              <a:buNone/>
              <a:defRPr sz="2400" b="1">
                <a:solidFill>
                  <a:srgbClr val="AAAAAA"/>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dirty="0"/>
          </a:p>
        </p:txBody>
      </p:sp>
      <p:pic>
        <p:nvPicPr>
          <p:cNvPr id="8" name="Picture 7" descr="NewSwoop_Footer.jpg"/>
          <p:cNvPicPr>
            <a:picLocks noChangeAspect="1"/>
          </p:cNvPicPr>
          <p:nvPr userDrawn="1"/>
        </p:nvPicPr>
        <p:blipFill>
          <a:blip r:embed="rId2" cstate="print"/>
          <a:srcRect b="6922"/>
          <a:stretch>
            <a:fillRect/>
          </a:stretch>
        </p:blipFill>
        <p:spPr>
          <a:xfrm>
            <a:off x="0" y="5015952"/>
            <a:ext cx="12192000" cy="1775961"/>
          </a:xfrm>
          <a:prstGeom prst="rect">
            <a:avLst/>
          </a:prstGeom>
        </p:spPr>
      </p:pic>
      <p:pic>
        <p:nvPicPr>
          <p:cNvPr id="9" name="Picture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28917" y="785794"/>
            <a:ext cx="956780" cy="698898"/>
          </a:xfrm>
          <a:prstGeom prst="rect">
            <a:avLst/>
          </a:prstGeom>
        </p:spPr>
      </p:pic>
    </p:spTree>
    <p:extLst>
      <p:ext uri="{BB962C8B-B14F-4D97-AF65-F5344CB8AC3E}">
        <p14:creationId xmlns:p14="http://schemas.microsoft.com/office/powerpoint/2010/main" val="238301053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QA Template_Main Slide">
    <p:spTree>
      <p:nvGrpSpPr>
        <p:cNvPr id="1" name=""/>
        <p:cNvGrpSpPr/>
        <p:nvPr/>
      </p:nvGrpSpPr>
      <p:grpSpPr>
        <a:xfrm>
          <a:off x="0" y="0"/>
          <a:ext cx="0" cy="0"/>
          <a:chOff x="0" y="0"/>
          <a:chExt cx="0" cy="0"/>
        </a:xfrm>
      </p:grpSpPr>
      <p:sp>
        <p:nvSpPr>
          <p:cNvPr id="11" name="Text Placeholder 10"/>
          <p:cNvSpPr>
            <a:spLocks noGrp="1"/>
          </p:cNvSpPr>
          <p:nvPr>
            <p:ph type="body" sz="quarter" idx="15"/>
          </p:nvPr>
        </p:nvSpPr>
        <p:spPr>
          <a:xfrm>
            <a:off x="190463" y="928670"/>
            <a:ext cx="11715792" cy="5214974"/>
          </a:xfrm>
        </p:spPr>
        <p:txBody>
          <a:bodyPr/>
          <a:lstStyle>
            <a:lvl1pPr>
              <a:spcBef>
                <a:spcPts val="1200"/>
              </a:spcBef>
              <a:defRPr b="1"/>
            </a:lvl1pPr>
            <a:lvl2pPr>
              <a:spcBef>
                <a:spcPts val="600"/>
              </a:spcBef>
              <a:defRPr/>
            </a:lvl2pPr>
            <a:lvl3pPr>
              <a:spcBef>
                <a:spcPts val="600"/>
              </a:spcBef>
              <a:defRPr/>
            </a:lvl3pPr>
            <a:lvl4pPr>
              <a:spcBef>
                <a:spcPts val="600"/>
              </a:spcBef>
              <a:defRPr/>
            </a:lvl4pPr>
            <a:lvl5pPr>
              <a:spcBef>
                <a:spcPts val="600"/>
              </a:spcBef>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itle 4"/>
          <p:cNvSpPr>
            <a:spLocks noGrp="1"/>
          </p:cNvSpPr>
          <p:nvPr>
            <p:ph type="title"/>
          </p:nvPr>
        </p:nvSpPr>
        <p:spPr>
          <a:xfrm>
            <a:off x="190459" y="357166"/>
            <a:ext cx="11715832" cy="500400"/>
          </a:xfrm>
        </p:spPr>
        <p:txBody>
          <a:bodyPr vert="horz" lIns="91440" tIns="45720" rIns="91440" bIns="45720" rtlCol="0">
            <a:normAutofit/>
          </a:bodyPr>
          <a:lstStyle>
            <a:lvl1pPr>
              <a:defRPr lang="en-GB" sz="2400" b="1" kern="1200" baseline="0" dirty="0" smtClean="0">
                <a:solidFill>
                  <a:srgbClr val="0070C0"/>
                </a:solidFill>
                <a:latin typeface="Arial" pitchFamily="34" charset="0"/>
                <a:ea typeface="+mn-ea"/>
                <a:cs typeface="Arial" pitchFamily="34" charset="0"/>
              </a:defRPr>
            </a:lvl1pPr>
          </a:lstStyle>
          <a:p>
            <a:pPr marL="342900" lvl="0" indent="-342900" algn="l" defTabSz="914400" rtl="0" eaLnBrk="1" latinLnBrk="0" hangingPunct="1">
              <a:spcBef>
                <a:spcPct val="20000"/>
              </a:spcBef>
              <a:buClr>
                <a:schemeClr val="accent1"/>
              </a:buClr>
              <a:buFont typeface="Wingdings" pitchFamily="2" charset="2"/>
              <a:buNone/>
            </a:pPr>
            <a:r>
              <a:rPr lang="en-US"/>
              <a:t>Click to edit Master title style</a:t>
            </a:r>
            <a:endParaRPr lang="en-GB" dirty="0"/>
          </a:p>
        </p:txBody>
      </p:sp>
    </p:spTree>
    <p:extLst>
      <p:ext uri="{BB962C8B-B14F-4D97-AF65-F5344CB8AC3E}">
        <p14:creationId xmlns:p14="http://schemas.microsoft.com/office/powerpoint/2010/main" val="384511841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FB68A7-A656-A348-AE42-02B5F30E1E55}"/>
              </a:ext>
            </a:extLst>
          </p:cNvPr>
          <p:cNvSpPr>
            <a:spLocks noGrp="1"/>
          </p:cNvSpPr>
          <p:nvPr userDrawn="1">
            <p:ph type="title"/>
          </p:nvPr>
        </p:nvSpPr>
        <p:spPr>
          <a:xfrm>
            <a:off x="339971" y="562058"/>
            <a:ext cx="11517818" cy="805001"/>
          </a:xfrm>
          <a:prstGeom prst="rect">
            <a:avLst/>
          </a:prstGeom>
        </p:spPr>
        <p:txBody>
          <a:bodyPr vert="horz" lIns="0" tIns="0" rIns="0" bIns="0" rtlCol="0" anchor="t" anchorCtr="0">
            <a:no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id="{B623AAC1-38C0-EC41-AF66-7EC76ACCB83E}"/>
              </a:ext>
            </a:extLst>
          </p:cNvPr>
          <p:cNvSpPr>
            <a:spLocks noGrp="1"/>
          </p:cNvSpPr>
          <p:nvPr userDrawn="1">
            <p:ph type="body" idx="1"/>
          </p:nvPr>
        </p:nvSpPr>
        <p:spPr>
          <a:xfrm>
            <a:off x="341272" y="1368256"/>
            <a:ext cx="11516239" cy="4955354"/>
          </a:xfrm>
          <a:prstGeom prst="rect">
            <a:avLst/>
          </a:prstGeom>
        </p:spPr>
        <p:txBody>
          <a:bodyPr vert="horz" lIns="0" tIns="0" rIns="0" bIns="0" rtlCol="0" anchor="t" anchorCtr="0">
            <a:noAutofit/>
          </a:bodyPr>
          <a:lstStyle/>
          <a:p>
            <a:pPr lvl="0"/>
            <a:r>
              <a:rPr lang="en-US" dirty="0"/>
              <a:t>Edit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Slide Number Placeholder 5">
            <a:extLst>
              <a:ext uri="{FF2B5EF4-FFF2-40B4-BE49-F238E27FC236}">
                <a16:creationId xmlns:a16="http://schemas.microsoft.com/office/drawing/2014/main" id="{FC785C16-E254-5242-9D90-DA9B7DC9FE60}"/>
              </a:ext>
            </a:extLst>
          </p:cNvPr>
          <p:cNvSpPr>
            <a:spLocks noGrp="1"/>
          </p:cNvSpPr>
          <p:nvPr>
            <p:ph type="sldNum" sz="quarter" idx="4"/>
          </p:nvPr>
        </p:nvSpPr>
        <p:spPr>
          <a:xfrm>
            <a:off x="11298754" y="6584738"/>
            <a:ext cx="785483" cy="180000"/>
          </a:xfrm>
          <a:prstGeom prst="rect">
            <a:avLst/>
          </a:prstGeom>
        </p:spPr>
        <p:txBody>
          <a:bodyPr vert="horz" lIns="0" tIns="0" rIns="0" bIns="0" rtlCol="0" anchor="b" anchorCtr="0"/>
          <a:lstStyle>
            <a:lvl1pPr algn="r">
              <a:defRPr sz="1000" b="1" i="0">
                <a:solidFill>
                  <a:schemeClr val="bg1">
                    <a:lumMod val="50000"/>
                  </a:schemeClr>
                </a:solidFill>
                <a:latin typeface="Montserrat" pitchFamily="2" charset="77"/>
              </a:defRPr>
            </a:lvl1pPr>
          </a:lstStyle>
          <a:p>
            <a:fld id="{EF892D59-8F09-EF4B-AD6D-DA609442F868}" type="slidenum">
              <a:rPr lang="en-GB" smtClean="0"/>
              <a:pPr/>
              <a:t>‹#›</a:t>
            </a:fld>
            <a:endParaRPr lang="en-GB" dirty="0"/>
          </a:p>
        </p:txBody>
      </p:sp>
    </p:spTree>
    <p:extLst>
      <p:ext uri="{BB962C8B-B14F-4D97-AF65-F5344CB8AC3E}">
        <p14:creationId xmlns:p14="http://schemas.microsoft.com/office/powerpoint/2010/main" val="300464794"/>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798" r:id="rId4"/>
    <p:sldLayoutId id="2147483806" r:id="rId5"/>
    <p:sldLayoutId id="2147483709" r:id="rId6"/>
    <p:sldLayoutId id="2147483822" r:id="rId7"/>
    <p:sldLayoutId id="2147483802" r:id="rId8"/>
    <p:sldLayoutId id="2147483792" r:id="rId9"/>
    <p:sldLayoutId id="2147483810" r:id="rId10"/>
    <p:sldLayoutId id="2147483804" r:id="rId11"/>
    <p:sldLayoutId id="2147483821" r:id="rId12"/>
    <p:sldLayoutId id="2147483824" r:id="rId13"/>
    <p:sldLayoutId id="2147483828" r:id="rId14"/>
    <p:sldLayoutId id="2147483853" r:id="rId15"/>
    <p:sldLayoutId id="2147483899" r:id="rId16"/>
    <p:sldLayoutId id="2147483832" r:id="rId17"/>
    <p:sldLayoutId id="2147483833" r:id="rId18"/>
    <p:sldLayoutId id="2147483836" r:id="rId19"/>
    <p:sldLayoutId id="2147483852" r:id="rId20"/>
    <p:sldLayoutId id="2147483900" r:id="rId21"/>
    <p:sldLayoutId id="2147483820" r:id="rId22"/>
    <p:sldLayoutId id="2147483842" r:id="rId23"/>
    <p:sldLayoutId id="2147483845" r:id="rId24"/>
    <p:sldLayoutId id="2147483851" r:id="rId25"/>
    <p:sldLayoutId id="2147483901" r:id="rId26"/>
    <p:sldLayoutId id="2147483650" r:id="rId27"/>
    <p:sldLayoutId id="2147483734" r:id="rId28"/>
    <p:sldLayoutId id="2147483796" r:id="rId29"/>
    <p:sldLayoutId id="2147483719" r:id="rId30"/>
    <p:sldLayoutId id="2147483721" r:id="rId31"/>
    <p:sldLayoutId id="2147483724" r:id="rId32"/>
    <p:sldLayoutId id="2147483797" r:id="rId33"/>
    <p:sldLayoutId id="2147483814" r:id="rId34"/>
    <p:sldLayoutId id="2147483902" r:id="rId35"/>
    <p:sldLayoutId id="2147483903" r:id="rId36"/>
  </p:sldLayoutIdLst>
  <p:hf hdr="0" dt="0"/>
  <p:txStyles>
    <p:titleStyle>
      <a:lvl1pPr algn="l" defTabSz="914400" rtl="0" eaLnBrk="1" latinLnBrk="0" hangingPunct="1">
        <a:lnSpc>
          <a:spcPct val="100000"/>
        </a:lnSpc>
        <a:spcBef>
          <a:spcPct val="0"/>
        </a:spcBef>
        <a:buNone/>
        <a:defRPr sz="3600" b="0" i="0" kern="1200" cap="none" baseline="0">
          <a:solidFill>
            <a:schemeClr val="tx1"/>
          </a:solidFill>
          <a:latin typeface="Krana Fat B" panose="00000B00000000000000" pitchFamily="50" charset="0"/>
          <a:ea typeface="+mj-ea"/>
          <a:cs typeface="+mj-cs"/>
        </a:defRPr>
      </a:lvl1pPr>
    </p:titleStyle>
    <p:body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8"/>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8"/>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8"/>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 userDrawn="1">
          <p15:clr>
            <a:srgbClr val="F26B43"/>
          </p15:clr>
        </p15:guide>
        <p15:guide id="2" orient="horz" pos="4081" userDrawn="1">
          <p15:clr>
            <a:srgbClr val="F26B43"/>
          </p15:clr>
        </p15:guide>
        <p15:guide id="3" pos="237" userDrawn="1">
          <p15:clr>
            <a:srgbClr val="F26B43"/>
          </p15:clr>
        </p15:guide>
        <p15:guide id="4" pos="732" userDrawn="1">
          <p15:clr>
            <a:srgbClr val="F26B43"/>
          </p15:clr>
        </p15:guide>
        <p15:guide id="5" pos="850" userDrawn="1">
          <p15:clr>
            <a:srgbClr val="F26B43"/>
          </p15:clr>
        </p15:guide>
        <p15:guide id="6" pos="1345" userDrawn="1">
          <p15:clr>
            <a:srgbClr val="F26B43"/>
          </p15:clr>
        </p15:guide>
        <p15:guide id="7" pos="1460" userDrawn="1">
          <p15:clr>
            <a:srgbClr val="F26B43"/>
          </p15:clr>
        </p15:guide>
        <p15:guide id="8" pos="1954" userDrawn="1">
          <p15:clr>
            <a:srgbClr val="F26B43"/>
          </p15:clr>
        </p15:guide>
        <p15:guide id="9" pos="2069" userDrawn="1">
          <p15:clr>
            <a:srgbClr val="F26B43"/>
          </p15:clr>
        </p15:guide>
        <p15:guide id="10" pos="2564" userDrawn="1">
          <p15:clr>
            <a:srgbClr val="F26B43"/>
          </p15:clr>
        </p15:guide>
        <p15:guide id="11" pos="2683" userDrawn="1">
          <p15:clr>
            <a:srgbClr val="F26B43"/>
          </p15:clr>
        </p15:guide>
        <p15:guide id="12" pos="3173" userDrawn="1">
          <p15:clr>
            <a:srgbClr val="F26B43"/>
          </p15:clr>
        </p15:guide>
        <p15:guide id="13" pos="3288" userDrawn="1">
          <p15:clr>
            <a:srgbClr val="F26B43"/>
          </p15:clr>
        </p15:guide>
        <p15:guide id="14" pos="3782" userDrawn="1">
          <p15:clr>
            <a:srgbClr val="F26B43"/>
          </p15:clr>
        </p15:guide>
        <p15:guide id="15" pos="3897" userDrawn="1">
          <p15:clr>
            <a:srgbClr val="F26B43"/>
          </p15:clr>
        </p15:guide>
        <p15:guide id="16" pos="4392" userDrawn="1">
          <p15:clr>
            <a:srgbClr val="F26B43"/>
          </p15:clr>
        </p15:guide>
        <p15:guide id="17" pos="4506" userDrawn="1">
          <p15:clr>
            <a:srgbClr val="F26B43"/>
          </p15:clr>
        </p15:guide>
        <p15:guide id="18" pos="5001" userDrawn="1">
          <p15:clr>
            <a:srgbClr val="F26B43"/>
          </p15:clr>
        </p15:guide>
        <p15:guide id="19" pos="5115" userDrawn="1">
          <p15:clr>
            <a:srgbClr val="F26B43"/>
          </p15:clr>
        </p15:guide>
        <p15:guide id="20" pos="5610" userDrawn="1">
          <p15:clr>
            <a:srgbClr val="F26B43"/>
          </p15:clr>
        </p15:guide>
        <p15:guide id="21" pos="5725" userDrawn="1">
          <p15:clr>
            <a:srgbClr val="F26B43"/>
          </p15:clr>
        </p15:guide>
        <p15:guide id="22" pos="6220" userDrawn="1">
          <p15:clr>
            <a:srgbClr val="F26B43"/>
          </p15:clr>
        </p15:guide>
        <p15:guide id="23" pos="6334" userDrawn="1">
          <p15:clr>
            <a:srgbClr val="F26B43"/>
          </p15:clr>
        </p15:guide>
        <p15:guide id="24" pos="6829" userDrawn="1">
          <p15:clr>
            <a:srgbClr val="F26B43"/>
          </p15:clr>
        </p15:guide>
        <p15:guide id="25" pos="6943" userDrawn="1">
          <p15:clr>
            <a:srgbClr val="F26B43"/>
          </p15:clr>
        </p15:guide>
        <p15:guide id="26" pos="7438" userDrawn="1">
          <p15:clr>
            <a:srgbClr val="F26B43"/>
          </p15:clr>
        </p15:guide>
        <p15:guide id="27" pos="3840" userDrawn="1">
          <p15:clr>
            <a:srgbClr val="9FCC3B"/>
          </p15:clr>
        </p15:guide>
        <p15:guide id="28" orient="horz" pos="2160"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CFF9"/>
        </a:solidFill>
        <a:effectLst/>
      </p:bgPr>
    </p:bg>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F76FE6F-FF15-B514-43F7-644A2DD8036C}"/>
              </a:ext>
            </a:extLst>
          </p:cNvPr>
          <p:cNvSpPr>
            <a:spLocks noGrp="1"/>
          </p:cNvSpPr>
          <p:nvPr>
            <p:ph type="body" sz="quarter" idx="12"/>
          </p:nvPr>
        </p:nvSpPr>
        <p:spPr/>
        <p:txBody>
          <a:bodyPr/>
          <a:lstStyle/>
          <a:p>
            <a:r>
              <a:rPr lang="en-IN" dirty="0"/>
              <a:t>JavaScript</a:t>
            </a:r>
            <a:endParaRPr lang="en-GB" dirty="0"/>
          </a:p>
        </p:txBody>
      </p:sp>
      <p:sp>
        <p:nvSpPr>
          <p:cNvPr id="4" name="Title 3"/>
          <p:cNvSpPr>
            <a:spLocks noGrp="1"/>
          </p:cNvSpPr>
          <p:nvPr>
            <p:ph type="ctrTitle"/>
          </p:nvPr>
        </p:nvSpPr>
        <p:spPr/>
        <p:txBody>
          <a:bodyPr/>
          <a:lstStyle/>
          <a:p>
            <a:pPr>
              <a:lnSpc>
                <a:spcPct val="100000"/>
              </a:lnSpc>
            </a:pPr>
            <a:r>
              <a:rPr lang="en-GB" dirty="0"/>
              <a:t>Events</a:t>
            </a:r>
          </a:p>
        </p:txBody>
      </p:sp>
      <p:sp>
        <p:nvSpPr>
          <p:cNvPr id="6" name="Subtitle 2">
            <a:extLst>
              <a:ext uri="{FF2B5EF4-FFF2-40B4-BE49-F238E27FC236}">
                <a16:creationId xmlns:a16="http://schemas.microsoft.com/office/drawing/2014/main" id="{048D3F38-6B64-4147-A3A7-62CEA1D3EA7C}"/>
              </a:ext>
            </a:extLst>
          </p:cNvPr>
          <p:cNvSpPr txBox="1">
            <a:spLocks/>
          </p:cNvSpPr>
          <p:nvPr/>
        </p:nvSpPr>
        <p:spPr>
          <a:xfrm>
            <a:off x="376239" y="5608948"/>
            <a:ext cx="6480175" cy="442733"/>
          </a:xfrm>
          <a:prstGeom prst="rect">
            <a:avLst/>
          </a:prstGeom>
        </p:spPr>
        <p:txBody>
          <a:bodyPr vert="horz" lIns="0" tIns="0" rIns="0" bIns="0" rtlCol="0" anchor="t" anchorCtr="0">
            <a:normAutofit/>
          </a:bodyPr>
          <a:lstStyle>
            <a:lvl1pPr marL="0" indent="0" algn="l" defTabSz="914400" rtl="0" eaLnBrk="1" latinLnBrk="0" hangingPunct="1">
              <a:lnSpc>
                <a:spcPct val="100000"/>
              </a:lnSpc>
              <a:spcBef>
                <a:spcPts val="0"/>
              </a:spcBef>
              <a:spcAft>
                <a:spcPts val="650"/>
              </a:spcAft>
              <a:buSzPct val="115000"/>
              <a:buFontTx/>
              <a:buNone/>
              <a:defRPr sz="2000" b="0" i="0" kern="1200">
                <a:solidFill>
                  <a:schemeClr val="tx1"/>
                </a:solidFill>
                <a:latin typeface="Montserrat" pitchFamily="2" charset="77"/>
                <a:ea typeface="+mn-ea"/>
                <a:cs typeface="+mn-cs"/>
              </a:defRPr>
            </a:lvl1pPr>
            <a:lvl2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2pPr>
            <a:lvl3pPr marL="355600" indent="-266700" algn="l" defTabSz="914400" rtl="0" eaLnBrk="1" latinLnBrk="0" hangingPunct="1">
              <a:lnSpc>
                <a:spcPct val="100000"/>
              </a:lnSpc>
              <a:spcBef>
                <a:spcPts val="0"/>
              </a:spcBef>
              <a:spcAft>
                <a:spcPts val="650"/>
              </a:spcAft>
              <a:buSzPct val="120000"/>
              <a:buFontTx/>
              <a:buBlip>
                <a:blip r:embed="rId3"/>
              </a:buBlip>
              <a:tabLst/>
              <a:defRPr sz="2000" b="0" i="0" kern="1200">
                <a:solidFill>
                  <a:schemeClr val="tx1"/>
                </a:solidFill>
                <a:latin typeface="Montserrat" pitchFamily="2" charset="77"/>
                <a:ea typeface="+mn-ea"/>
                <a:cs typeface="+mn-cs"/>
              </a:defRPr>
            </a:lvl3pPr>
            <a:lvl4pPr marL="355600" indent="-266700" algn="l" defTabSz="914400" rtl="0" eaLnBrk="1" latinLnBrk="0" hangingPunct="1">
              <a:lnSpc>
                <a:spcPct val="100000"/>
              </a:lnSpc>
              <a:spcBef>
                <a:spcPts val="0"/>
              </a:spcBef>
              <a:spcAft>
                <a:spcPts val="650"/>
              </a:spcAft>
              <a:buSzPct val="120000"/>
              <a:buFontTx/>
              <a:buBlip>
                <a:blip r:embed="rId3"/>
              </a:buBlip>
              <a:tabLst/>
              <a:defRPr sz="2000" b="0" kern="1200">
                <a:solidFill>
                  <a:schemeClr val="tx1"/>
                </a:solidFill>
                <a:latin typeface="Montserrat" pitchFamily="2" charset="77"/>
                <a:ea typeface="+mn-ea"/>
                <a:cs typeface="+mn-cs"/>
              </a:defRPr>
            </a:lvl4pPr>
            <a:lvl5pPr marL="355600" indent="-266700" algn="l" defTabSz="914400" rtl="0" eaLnBrk="1" latinLnBrk="0" hangingPunct="1">
              <a:lnSpc>
                <a:spcPct val="100000"/>
              </a:lnSpc>
              <a:spcBef>
                <a:spcPts val="0"/>
              </a:spcBef>
              <a:spcAft>
                <a:spcPts val="650"/>
              </a:spcAft>
              <a:buSzPct val="125000"/>
              <a:buFontTx/>
              <a:buBlip>
                <a:blip r:embed="rId3"/>
              </a:buBlip>
              <a:tabLst/>
              <a:defRPr sz="2000" b="0" kern="1200">
                <a:solidFill>
                  <a:schemeClr val="tx1"/>
                </a:solidFill>
                <a:latin typeface="Montserrat" pitchFamily="2"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a:p>
            <a:endParaRPr lang="en-GB" i="1" dirty="0">
              <a:solidFill>
                <a:schemeClr val="bg1"/>
              </a:solidFill>
            </a:endParaRPr>
          </a:p>
        </p:txBody>
      </p:sp>
    </p:spTree>
    <p:extLst>
      <p:ext uri="{BB962C8B-B14F-4D97-AF65-F5344CB8AC3E}">
        <p14:creationId xmlns:p14="http://schemas.microsoft.com/office/powerpoint/2010/main" val="694653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0F20A93-7B43-4BA8-BA3A-21CA9B9AB327}"/>
              </a:ext>
            </a:extLst>
          </p:cNvPr>
          <p:cNvSpPr>
            <a:spLocks noGrp="1"/>
          </p:cNvSpPr>
          <p:nvPr>
            <p:ph type="body" sz="quarter" idx="10"/>
          </p:nvPr>
        </p:nvSpPr>
        <p:spPr/>
        <p:txBody>
          <a:bodyPr/>
          <a:lstStyle/>
          <a:p>
            <a:r>
              <a:rPr lang="en-GB"/>
              <a:t>Objectives</a:t>
            </a:r>
            <a:endParaRPr lang="en-IN" dirty="0"/>
          </a:p>
        </p:txBody>
      </p:sp>
      <p:sp>
        <p:nvSpPr>
          <p:cNvPr id="7" name="Text Placeholder 6">
            <a:extLst>
              <a:ext uri="{FF2B5EF4-FFF2-40B4-BE49-F238E27FC236}">
                <a16:creationId xmlns:a16="http://schemas.microsoft.com/office/drawing/2014/main" id="{EB8DE155-8FF0-4244-A471-A3DC2220D22D}"/>
              </a:ext>
            </a:extLst>
          </p:cNvPr>
          <p:cNvSpPr>
            <a:spLocks noGrp="1"/>
          </p:cNvSpPr>
          <p:nvPr>
            <p:ph type="body" sz="quarter" idx="15"/>
          </p:nvPr>
        </p:nvSpPr>
        <p:spPr>
          <a:xfrm>
            <a:off x="5037138" y="1349984"/>
            <a:ext cx="6770078" cy="4094163"/>
          </a:xfrm>
        </p:spPr>
        <p:txBody>
          <a:bodyPr/>
          <a:lstStyle/>
          <a:p>
            <a:r>
              <a:rPr lang="en-GB" b="1" dirty="0"/>
              <a:t>In this chapter you'll learn how to:</a:t>
            </a:r>
          </a:p>
          <a:p>
            <a:pPr marL="342000" lvl="1" indent="-342000">
              <a:buSzPct val="115000"/>
            </a:pPr>
            <a:endParaRPr lang="en-GB" dirty="0"/>
          </a:p>
          <a:p>
            <a:pPr marL="342000" lvl="1" indent="-342000">
              <a:buSzPct val="115000"/>
            </a:pPr>
            <a:r>
              <a:rPr lang="en-GB" dirty="0"/>
              <a:t>Use the </a:t>
            </a:r>
            <a:r>
              <a:rPr lang="en-GB" b="1" dirty="0"/>
              <a:t>form </a:t>
            </a:r>
            <a:r>
              <a:rPr lang="en-GB" dirty="0"/>
              <a:t>element to capture user input</a:t>
            </a:r>
          </a:p>
          <a:p>
            <a:pPr marL="342000" lvl="1" indent="-342000">
              <a:buSzPct val="115000"/>
            </a:pPr>
            <a:endParaRPr lang="en-GB" dirty="0"/>
          </a:p>
          <a:p>
            <a:pPr marL="342000" lvl="1" indent="-342000">
              <a:buSzPct val="115000"/>
            </a:pPr>
            <a:r>
              <a:rPr lang="en-GB" dirty="0"/>
              <a:t>Use event handlers</a:t>
            </a:r>
          </a:p>
          <a:p>
            <a:pPr marL="342000" lvl="1" indent="-342000">
              <a:buSzPct val="115000"/>
            </a:pPr>
            <a:endParaRPr lang="en-GB" dirty="0"/>
          </a:p>
          <a:p>
            <a:pPr marL="342000" lvl="1" indent="-342000">
              <a:buSzPct val="115000"/>
            </a:pPr>
            <a:r>
              <a:rPr lang="en-GB" dirty="0"/>
              <a:t>Validate user input</a:t>
            </a:r>
          </a:p>
          <a:p>
            <a:pPr marL="342000" lvl="1" indent="-342000">
              <a:buSzPct val="115000"/>
            </a:pPr>
            <a:endParaRPr lang="en-GB" dirty="0"/>
          </a:p>
          <a:p>
            <a:pPr marL="342000" lvl="1" indent="-342000">
              <a:buSzPct val="115000"/>
            </a:pPr>
            <a:r>
              <a:rPr lang="en-GB" dirty="0"/>
              <a:t>Cope with browsers with no support for JavaScript</a:t>
            </a:r>
          </a:p>
          <a:p>
            <a:endParaRPr lang="en-IN" dirty="0"/>
          </a:p>
        </p:txBody>
      </p:sp>
    </p:spTree>
    <p:extLst>
      <p:ext uri="{BB962C8B-B14F-4D97-AF65-F5344CB8AC3E}">
        <p14:creationId xmlns:p14="http://schemas.microsoft.com/office/powerpoint/2010/main" val="13048029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5A910162-3E01-4AD9-ADDB-D49B7807EF7E}"/>
              </a:ext>
            </a:extLst>
          </p:cNvPr>
          <p:cNvSpPr>
            <a:spLocks noGrp="1"/>
          </p:cNvSpPr>
          <p:nvPr>
            <p:ph type="body" sz="quarter" idx="10"/>
          </p:nvPr>
        </p:nvSpPr>
        <p:spPr/>
        <p:txBody>
          <a:bodyPr/>
          <a:lstStyle/>
          <a:p>
            <a:r>
              <a:rPr lang="en-US" dirty="0"/>
              <a:t>Events and </a:t>
            </a:r>
          </a:p>
          <a:p>
            <a:r>
              <a:rPr lang="en-US" dirty="0"/>
              <a:t>Form Validation</a:t>
            </a:r>
            <a:endParaRPr lang="en-IN" dirty="0"/>
          </a:p>
        </p:txBody>
      </p:sp>
      <p:sp>
        <p:nvSpPr>
          <p:cNvPr id="5" name="Text Placeholder 4">
            <a:extLst>
              <a:ext uri="{FF2B5EF4-FFF2-40B4-BE49-F238E27FC236}">
                <a16:creationId xmlns:a16="http://schemas.microsoft.com/office/drawing/2014/main" id="{3528C203-D039-4CDC-94E6-FEBDD3D8704E}"/>
              </a:ext>
            </a:extLst>
          </p:cNvPr>
          <p:cNvSpPr>
            <a:spLocks noGrp="1"/>
          </p:cNvSpPr>
          <p:nvPr>
            <p:ph type="body" sz="quarter" idx="11"/>
          </p:nvPr>
        </p:nvSpPr>
        <p:spPr>
          <a:xfrm>
            <a:off x="5981700" y="579549"/>
            <a:ext cx="5834671" cy="5899039"/>
          </a:xfrm>
        </p:spPr>
        <p:txBody>
          <a:bodyPr/>
          <a:lstStyle/>
          <a:p>
            <a:pPr marL="342900" indent="-342900">
              <a:buFont typeface="Arial" panose="020B0604020202020204" pitchFamily="34" charset="0"/>
              <a:buChar char="•"/>
            </a:pPr>
            <a:r>
              <a:rPr lang="en-US" b="1" dirty="0"/>
              <a:t>You can attach code to HTML elements</a:t>
            </a:r>
          </a:p>
          <a:p>
            <a:pPr marL="684000" lvl="1" indent="-342900">
              <a:spcAft>
                <a:spcPts val="650"/>
              </a:spcAft>
              <a:buSzPct val="115000"/>
            </a:pPr>
            <a:r>
              <a:rPr lang="en-US" dirty="0"/>
              <a:t>form, button, div, input…</a:t>
            </a:r>
            <a:br>
              <a:rPr lang="en-US" dirty="0"/>
            </a:br>
            <a:endParaRPr lang="en-US" dirty="0"/>
          </a:p>
          <a:p>
            <a:pPr marL="342900" indent="-342900">
              <a:buFont typeface="Arial" panose="020B0604020202020204" pitchFamily="34" charset="0"/>
              <a:buChar char="•"/>
            </a:pPr>
            <a:r>
              <a:rPr lang="en-US" b="1" dirty="0"/>
              <a:t>Events are code that will execute when events occur</a:t>
            </a:r>
            <a:endParaRPr lang="en-US" dirty="0"/>
          </a:p>
          <a:p>
            <a:pPr marL="684000" lvl="1" indent="-342900">
              <a:spcAft>
                <a:spcPts val="650"/>
              </a:spcAft>
              <a:buSzPct val="115000"/>
            </a:pPr>
            <a:r>
              <a:rPr lang="en-US" b="1" dirty="0" err="1">
                <a:solidFill>
                  <a:srgbClr val="0000C8"/>
                </a:solidFill>
              </a:rPr>
              <a:t>onClick</a:t>
            </a:r>
            <a:r>
              <a:rPr lang="en-US" dirty="0"/>
              <a:t>	      When something is clicked</a:t>
            </a:r>
          </a:p>
          <a:p>
            <a:pPr marL="684000" lvl="1" indent="-342900">
              <a:spcAft>
                <a:spcPts val="650"/>
              </a:spcAft>
              <a:buSzPct val="115000"/>
            </a:pPr>
            <a:r>
              <a:rPr lang="en-US" b="1" dirty="0" err="1">
                <a:solidFill>
                  <a:srgbClr val="0000C8"/>
                </a:solidFill>
              </a:rPr>
              <a:t>onLoad</a:t>
            </a:r>
            <a:r>
              <a:rPr lang="en-US" dirty="0"/>
              <a:t>	      When a document has 			      completed loading </a:t>
            </a:r>
          </a:p>
          <a:p>
            <a:pPr marL="684000" lvl="1" indent="-342900">
              <a:spcAft>
                <a:spcPts val="650"/>
              </a:spcAft>
              <a:buSzPct val="115000"/>
            </a:pPr>
            <a:r>
              <a:rPr lang="en-US" b="1" dirty="0" err="1">
                <a:solidFill>
                  <a:srgbClr val="0000C8"/>
                </a:solidFill>
              </a:rPr>
              <a:t>onSubmit</a:t>
            </a:r>
            <a:r>
              <a:rPr lang="en-US" dirty="0"/>
              <a:t>    When a form is submitting</a:t>
            </a:r>
          </a:p>
          <a:p>
            <a:pPr marL="684000" lvl="1" indent="-342900">
              <a:spcAft>
                <a:spcPts val="650"/>
              </a:spcAft>
              <a:buSzPct val="115000"/>
            </a:pPr>
            <a:r>
              <a:rPr lang="en-US" b="1" dirty="0" err="1">
                <a:solidFill>
                  <a:srgbClr val="0000C8"/>
                </a:solidFill>
              </a:rPr>
              <a:t>onReset</a:t>
            </a:r>
            <a:r>
              <a:rPr lang="en-US" dirty="0"/>
              <a:t>      When reset button clicked</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You can use events to validate information before submission</a:t>
            </a:r>
          </a:p>
          <a:p>
            <a:endParaRPr lang="en-IN" dirty="0"/>
          </a:p>
        </p:txBody>
      </p:sp>
    </p:spTree>
    <p:extLst>
      <p:ext uri="{BB962C8B-B14F-4D97-AF65-F5344CB8AC3E}">
        <p14:creationId xmlns:p14="http://schemas.microsoft.com/office/powerpoint/2010/main" val="41022896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r>
              <a:rPr lang="en-US" dirty="0"/>
              <a:t>Validation (1)</a:t>
            </a:r>
          </a:p>
        </p:txBody>
      </p:sp>
      <p:sp>
        <p:nvSpPr>
          <p:cNvPr id="20483" name="Rectangle 3"/>
          <p:cNvSpPr>
            <a:spLocks noGrp="1" noChangeArrowheads="1"/>
          </p:cNvSpPr>
          <p:nvPr>
            <p:ph idx="1"/>
          </p:nvPr>
        </p:nvSpPr>
        <p:spPr>
          <a:xfrm>
            <a:off x="341272" y="1368256"/>
            <a:ext cx="11516239" cy="1285297"/>
          </a:xfrm>
        </p:spPr>
        <p:txBody>
          <a:bodyPr/>
          <a:lstStyle/>
          <a:p>
            <a:r>
              <a:rPr lang="en-US" b="1" dirty="0"/>
              <a:t>A form’s </a:t>
            </a:r>
            <a:r>
              <a:rPr lang="en-GB" b="1" dirty="0" err="1">
                <a:solidFill>
                  <a:srgbClr val="FF0000"/>
                </a:solidFill>
                <a:highlight>
                  <a:srgbClr val="FFFFFF"/>
                </a:highlight>
                <a:latin typeface="Consolas" panose="020B0609020204030204" pitchFamily="49" charset="0"/>
              </a:rPr>
              <a:t>onsubmit</a:t>
            </a:r>
            <a:r>
              <a:rPr lang="en-GB" b="1" dirty="0">
                <a:solidFill>
                  <a:srgbClr val="FF0000"/>
                </a:solidFill>
                <a:highlight>
                  <a:srgbClr val="FFFFFF"/>
                </a:highlight>
                <a:latin typeface="Consolas" panose="020B0609020204030204" pitchFamily="49" charset="0"/>
              </a:rPr>
              <a:t> </a:t>
            </a:r>
            <a:r>
              <a:rPr lang="en-US" b="1" dirty="0"/>
              <a:t>attribute is a Boolean value</a:t>
            </a:r>
          </a:p>
          <a:p>
            <a:pPr marL="342000" lvl="1" indent="-342000">
              <a:buSzPct val="115000"/>
              <a:buFont typeface="Arial" panose="020B0604020202020204" pitchFamily="34" charset="0"/>
              <a:buChar char="•"/>
            </a:pPr>
            <a:r>
              <a:rPr lang="en-US" dirty="0"/>
              <a:t>Returns </a:t>
            </a:r>
            <a:r>
              <a:rPr lang="en-US" b="1" dirty="0">
                <a:solidFill>
                  <a:srgbClr val="0000C8"/>
                </a:solidFill>
              </a:rPr>
              <a:t>true</a:t>
            </a:r>
            <a:r>
              <a:rPr lang="en-US" dirty="0">
                <a:solidFill>
                  <a:srgbClr val="0000C8"/>
                </a:solidFill>
              </a:rPr>
              <a:t>:</a:t>
            </a:r>
            <a:r>
              <a:rPr lang="en-US" dirty="0"/>
              <a:t> 	form is valid and is submitted</a:t>
            </a:r>
          </a:p>
          <a:p>
            <a:pPr marL="342000" lvl="1" indent="-342000">
              <a:buSzPct val="115000"/>
              <a:buFont typeface="Arial" panose="020B0604020202020204" pitchFamily="34" charset="0"/>
              <a:buChar char="•"/>
            </a:pPr>
            <a:r>
              <a:rPr lang="en-US" dirty="0"/>
              <a:t>Returns </a:t>
            </a:r>
            <a:r>
              <a:rPr lang="en-US" b="1" dirty="0">
                <a:solidFill>
                  <a:srgbClr val="0000C8"/>
                </a:solidFill>
              </a:rPr>
              <a:t>false</a:t>
            </a:r>
            <a:r>
              <a:rPr lang="en-US" dirty="0">
                <a:solidFill>
                  <a:srgbClr val="0000C8"/>
                </a:solidFill>
              </a:rPr>
              <a:t>: </a:t>
            </a:r>
            <a:r>
              <a:rPr lang="en-US" dirty="0"/>
              <a:t>	form is not valid and is not submitted</a:t>
            </a:r>
          </a:p>
        </p:txBody>
      </p:sp>
      <p:sp>
        <p:nvSpPr>
          <p:cNvPr id="4" name="Rectangle 3"/>
          <p:cNvSpPr/>
          <p:nvPr/>
        </p:nvSpPr>
        <p:spPr>
          <a:xfrm>
            <a:off x="341272" y="2730519"/>
            <a:ext cx="9602828" cy="3139321"/>
          </a:xfrm>
          <a:prstGeom prst="rect">
            <a:avLst/>
          </a:prstGeom>
          <a:solidFill>
            <a:schemeClr val="accent5">
              <a:lumMod val="20000"/>
              <a:lumOff val="80000"/>
            </a:schemeClr>
          </a:solidFill>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form</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method</a:t>
            </a:r>
            <a:r>
              <a:rPr lang="en-GB" sz="1800" dirty="0">
                <a:solidFill>
                  <a:srgbClr val="0000FF"/>
                </a:solidFill>
                <a:latin typeface="Consolas" panose="020B0609020204030204" pitchFamily="49" charset="0"/>
              </a:rPr>
              <a:t>="get"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action</a:t>
            </a:r>
            <a:r>
              <a:rPr lang="en-GB" sz="1800" dirty="0">
                <a:solidFill>
                  <a:srgbClr val="0000FF"/>
                </a:solidFill>
                <a:latin typeface="Consolas" panose="020B0609020204030204" pitchFamily="49" charset="0"/>
              </a:rPr>
              <a:t>="serve.asp"</a:t>
            </a:r>
            <a:r>
              <a:rPr lang="en-GB" sz="1800" dirty="0">
                <a:solidFill>
                  <a:srgbClr val="000000"/>
                </a:solidFill>
                <a:latin typeface="Consolas" panose="020B0609020204030204" pitchFamily="49" charset="0"/>
              </a:rPr>
              <a:t> </a:t>
            </a:r>
            <a:r>
              <a:rPr lang="en-GB" sz="1800" dirty="0" err="1">
                <a:solidFill>
                  <a:srgbClr val="FF0000"/>
                </a:solidFill>
                <a:latin typeface="Consolas" panose="020B0609020204030204" pitchFamily="49" charset="0"/>
              </a:rPr>
              <a:t>onsubmit</a:t>
            </a:r>
            <a:r>
              <a:rPr lang="en-GB" sz="1800" dirty="0">
                <a:solidFill>
                  <a:srgbClr val="0000FF"/>
                </a:solidFill>
                <a:latin typeface="Consolas" panose="020B0609020204030204" pitchFamily="49" charset="0"/>
              </a:rPr>
              <a:t>="return</a:t>
            </a:r>
            <a:r>
              <a:rPr lang="en-GB" sz="1800" dirty="0">
                <a:solidFill>
                  <a:srgbClr val="000000"/>
                </a:solidFill>
                <a:latin typeface="Consolas" panose="020B0609020204030204" pitchFamily="49" charset="0"/>
              </a:rPr>
              <a:t> </a:t>
            </a:r>
            <a:r>
              <a:rPr lang="en-GB" sz="1800" dirty="0" err="1">
                <a:solidFill>
                  <a:srgbClr val="000000"/>
                </a:solidFill>
                <a:latin typeface="Consolas" panose="020B0609020204030204" pitchFamily="49" charset="0"/>
              </a:rPr>
              <a:t>valDrink</a:t>
            </a:r>
            <a:r>
              <a:rPr lang="en-GB" sz="1800" dirty="0">
                <a:solidFill>
                  <a:srgbClr val="000000"/>
                </a:solidFill>
                <a:latin typeface="Consolas" panose="020B0609020204030204" pitchFamily="49" charset="0"/>
              </a:rPr>
              <a:t>(</a:t>
            </a:r>
            <a:r>
              <a:rPr lang="en-GB" sz="1800" dirty="0">
                <a:solidFill>
                  <a:srgbClr val="0000FF"/>
                </a:solidFill>
                <a:latin typeface="Consolas" panose="020B0609020204030204" pitchFamily="49" charset="0"/>
              </a:rPr>
              <a:t>this</a:t>
            </a:r>
            <a:r>
              <a:rPr lang="en-GB" sz="1800" dirty="0">
                <a:solidFill>
                  <a:srgbClr val="000000"/>
                </a:solidFill>
                <a:latin typeface="Consolas" panose="020B0609020204030204" pitchFamily="49" charset="0"/>
              </a:rPr>
              <a:t>)</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="radio"</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checked</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="drink"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="t"</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Tea</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="radio"</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="drink"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="c"</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Coffee</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="radio"</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="drink"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="s"</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Soup</a:t>
            </a:r>
          </a:p>
          <a:p>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="checkbox"</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="milk"</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="y"</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Milk</a:t>
            </a: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="checkbox"</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name</a:t>
            </a:r>
            <a:r>
              <a:rPr lang="en-GB" sz="1800" dirty="0">
                <a:solidFill>
                  <a:srgbClr val="0000FF"/>
                </a:solidFill>
                <a:latin typeface="Consolas" panose="020B0609020204030204" pitchFamily="49" charset="0"/>
              </a:rPr>
              <a:t>="sugar"</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="y"</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r>
              <a:rPr lang="en-GB" sz="1800" dirty="0">
                <a:solidFill>
                  <a:srgbClr val="000000"/>
                </a:solidFill>
                <a:latin typeface="Consolas" panose="020B0609020204030204" pitchFamily="49" charset="0"/>
              </a:rPr>
              <a:t>Sugar</a:t>
            </a:r>
          </a:p>
          <a:p>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input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type</a:t>
            </a:r>
            <a:r>
              <a:rPr lang="en-GB" sz="1800" dirty="0">
                <a:solidFill>
                  <a:srgbClr val="0000FF"/>
                </a:solidFill>
                <a:latin typeface="Consolas" panose="020B0609020204030204" pitchFamily="49" charset="0"/>
              </a:rPr>
              <a:t>="submit"</a:t>
            </a:r>
            <a:r>
              <a:rPr lang="en-GB" sz="1800" dirty="0">
                <a:solidFill>
                  <a:srgbClr val="000000"/>
                </a:solidFill>
                <a:latin typeface="Consolas" panose="020B0609020204030204" pitchFamily="49" charset="0"/>
              </a:rPr>
              <a:t> </a:t>
            </a:r>
            <a:r>
              <a:rPr lang="en-GB" sz="1800" dirty="0">
                <a:solidFill>
                  <a:srgbClr val="FF0000"/>
                </a:solidFill>
                <a:latin typeface="Consolas" panose="020B0609020204030204" pitchFamily="49" charset="0"/>
              </a:rPr>
              <a:t>value</a:t>
            </a:r>
            <a:r>
              <a:rPr lang="en-GB" sz="1800" dirty="0">
                <a:solidFill>
                  <a:srgbClr val="0000FF"/>
                </a:solidFill>
                <a:latin typeface="Consolas" panose="020B0609020204030204" pitchFamily="49" charset="0"/>
              </a:rPr>
              <a:t>="Vend"</a:t>
            </a:r>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/&gt;</a:t>
            </a:r>
            <a:endParaRPr lang="en-GB" sz="1800" dirty="0">
              <a:solidFill>
                <a:srgbClr val="000000"/>
              </a:solidFill>
              <a:latin typeface="Consolas" panose="020B0609020204030204" pitchFamily="49" charset="0"/>
            </a:endParaRPr>
          </a:p>
          <a:p>
            <a:endParaRPr lang="en-GB" sz="1800" dirty="0">
              <a:solidFill>
                <a:srgbClr val="000000"/>
              </a:solidFill>
              <a:latin typeface="Consolas" panose="020B0609020204030204" pitchFamily="49" charset="0"/>
            </a:endParaRPr>
          </a:p>
          <a:p>
            <a:r>
              <a:rPr lang="en-GB" sz="1800" dirty="0">
                <a:solidFill>
                  <a:srgbClr val="000000"/>
                </a:solidFill>
                <a:latin typeface="Consolas" panose="020B0609020204030204" pitchFamily="49" charset="0"/>
              </a:rPr>
              <a:t> </a:t>
            </a:r>
            <a:r>
              <a:rPr lang="en-GB" sz="1800" dirty="0">
                <a:solidFill>
                  <a:srgbClr val="0000FF"/>
                </a:solidFill>
                <a:latin typeface="Consolas" panose="020B0609020204030204" pitchFamily="49" charset="0"/>
              </a:rPr>
              <a:t>&lt;/</a:t>
            </a:r>
            <a:r>
              <a:rPr lang="en-GB" sz="1800" dirty="0">
                <a:solidFill>
                  <a:srgbClr val="800000"/>
                </a:solidFill>
                <a:latin typeface="Consolas" panose="020B0609020204030204" pitchFamily="49" charset="0"/>
              </a:rPr>
              <a:t>form</a:t>
            </a:r>
            <a:r>
              <a:rPr lang="en-GB" sz="1800" dirty="0">
                <a:solidFill>
                  <a:srgbClr val="0000FF"/>
                </a:solidFill>
                <a:latin typeface="Consolas" panose="020B0609020204030204" pitchFamily="49" charset="0"/>
              </a:rPr>
              <a:t>&gt;</a:t>
            </a:r>
            <a:endParaRPr lang="en-GB" b="1" dirty="0">
              <a:solidFill>
                <a:srgbClr val="000000"/>
              </a:solidFill>
              <a:highlight>
                <a:srgbClr val="FFFFFF"/>
              </a:highlight>
              <a:latin typeface="Consolas" panose="020B0609020204030204" pitchFamily="49" charset="0"/>
            </a:endParaRPr>
          </a:p>
        </p:txBody>
      </p:sp>
      <p:pic>
        <p:nvPicPr>
          <p:cNvPr id="3" name="Picture 2"/>
          <p:cNvPicPr>
            <a:picLocks noChangeAspect="1"/>
          </p:cNvPicPr>
          <p:nvPr/>
        </p:nvPicPr>
        <p:blipFill>
          <a:blip r:embed="rId3"/>
          <a:stretch>
            <a:fillRect/>
          </a:stretch>
        </p:blipFill>
        <p:spPr>
          <a:xfrm>
            <a:off x="6715125" y="5132355"/>
            <a:ext cx="4704514" cy="549712"/>
          </a:xfrm>
          <a:prstGeom prst="rect">
            <a:avLst/>
          </a:prstGeom>
          <a:ln w="25400">
            <a:solidFill>
              <a:schemeClr val="bg1">
                <a:lumMod val="95000"/>
              </a:schemeClr>
            </a:solidFill>
          </a:ln>
          <a:effectLst>
            <a:outerShdw blurRad="50800" dist="38100" algn="l" rotWithShape="0">
              <a:prstClr val="black">
                <a:alpha val="40000"/>
              </a:prstClr>
            </a:outerShdw>
          </a:effectLst>
        </p:spPr>
      </p:pic>
    </p:spTree>
    <p:extLst>
      <p:ext uri="{BB962C8B-B14F-4D97-AF65-F5344CB8AC3E}">
        <p14:creationId xmlns:p14="http://schemas.microsoft.com/office/powerpoint/2010/main" val="15423394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r>
              <a:rPr lang="en-US" dirty="0"/>
              <a:t>Validation code</a:t>
            </a:r>
          </a:p>
        </p:txBody>
      </p:sp>
      <p:sp>
        <p:nvSpPr>
          <p:cNvPr id="4" name="TextBox 3">
            <a:extLst>
              <a:ext uri="{FF2B5EF4-FFF2-40B4-BE49-F238E27FC236}">
                <a16:creationId xmlns:a16="http://schemas.microsoft.com/office/drawing/2014/main" id="{2D6CE957-F507-C952-3BB6-C0C84094EA3B}"/>
              </a:ext>
            </a:extLst>
          </p:cNvPr>
          <p:cNvSpPr txBox="1"/>
          <p:nvPr/>
        </p:nvSpPr>
        <p:spPr>
          <a:xfrm>
            <a:off x="1244944" y="1782624"/>
            <a:ext cx="8331542" cy="2862322"/>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function</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valDrink</a:t>
            </a:r>
            <a:r>
              <a:rPr lang="en-GB" sz="1800" b="1" dirty="0">
                <a:solidFill>
                  <a:srgbClr val="000000"/>
                </a:solidFill>
                <a:latin typeface="Consolas" panose="020B0609020204030204" pitchFamily="49" charset="0"/>
              </a:rPr>
              <a:t>(</a:t>
            </a:r>
            <a:r>
              <a:rPr lang="en-GB" sz="1800" b="1" dirty="0" err="1">
                <a:solidFill>
                  <a:srgbClr val="000000"/>
                </a:solidFill>
                <a:latin typeface="Consolas" panose="020B0609020204030204" pitchFamily="49" charset="0"/>
              </a:rPr>
              <a:t>theForm</a:t>
            </a:r>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if</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theForm.drink</a:t>
            </a:r>
            <a:r>
              <a:rPr lang="en-GB" sz="1800" b="1" dirty="0">
                <a:solidFill>
                  <a:srgbClr val="000000"/>
                </a:solidFill>
                <a:latin typeface="Consolas" panose="020B0609020204030204" pitchFamily="49" charset="0"/>
              </a:rPr>
              <a:t>[2].checked &amp;&amp;</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theForm.milk.checked</a:t>
            </a:r>
            <a:r>
              <a:rPr lang="en-GB" sz="1800" b="1" dirty="0">
                <a:solidFill>
                  <a:srgbClr val="000000"/>
                </a:solidFill>
                <a:latin typeface="Consolas" panose="020B0609020204030204" pitchFamily="49" charset="0"/>
              </a:rPr>
              <a:t> || </a:t>
            </a:r>
            <a:r>
              <a:rPr lang="en-GB" sz="1800" b="1" dirty="0" err="1">
                <a:solidFill>
                  <a:srgbClr val="000000"/>
                </a:solidFill>
                <a:latin typeface="Consolas" panose="020B0609020204030204" pitchFamily="49" charset="0"/>
              </a:rPr>
              <a:t>theForm.sugar.checked</a:t>
            </a:r>
            <a:r>
              <a:rPr lang="en-GB" sz="1800" b="1" dirty="0">
                <a:solidFill>
                  <a:srgbClr val="000000"/>
                </a:solidFill>
                <a:latin typeface="Consolas" panose="020B0609020204030204" pitchFamily="49" charset="0"/>
              </a:rPr>
              <a:t>)) {</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alert(</a:t>
            </a:r>
            <a:r>
              <a:rPr lang="en-GB" sz="1800" b="1" dirty="0">
                <a:solidFill>
                  <a:srgbClr val="A31515"/>
                </a:solidFill>
                <a:latin typeface="Consolas" panose="020B0609020204030204" pitchFamily="49" charset="0"/>
              </a:rPr>
              <a:t>"You can't have milk or sugar with soup!"</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return</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false</a:t>
            </a:r>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Problem</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else</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return</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true</a:t>
            </a:r>
            <a:r>
              <a:rPr lang="en-GB" sz="1800" b="1" dirty="0">
                <a:solidFill>
                  <a:srgbClr val="000000"/>
                </a:solidFill>
                <a:latin typeface="Consolas" panose="020B0609020204030204" pitchFamily="49" charset="0"/>
              </a:rPr>
              <a:t>; </a:t>
            </a:r>
            <a:r>
              <a:rPr lang="en-GB" sz="1800" b="1" dirty="0">
                <a:solidFill>
                  <a:srgbClr val="008000"/>
                </a:solidFill>
                <a:latin typeface="Consolas" panose="020B0609020204030204" pitchFamily="49" charset="0"/>
              </a:rPr>
              <a:t>// OK</a:t>
            </a:r>
          </a:p>
          <a:p>
            <a:r>
              <a:rPr lang="en-GB" sz="1800" b="1" dirty="0">
                <a:solidFill>
                  <a:srgbClr val="000000"/>
                </a:solidFill>
                <a:latin typeface="Consolas" panose="020B0609020204030204" pitchFamily="49" charset="0"/>
              </a:rPr>
              <a:t>}</a:t>
            </a:r>
          </a:p>
        </p:txBody>
      </p:sp>
    </p:spTree>
    <p:extLst>
      <p:ext uri="{BB962C8B-B14F-4D97-AF65-F5344CB8AC3E}">
        <p14:creationId xmlns:p14="http://schemas.microsoft.com/office/powerpoint/2010/main" val="3183880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Alternative Code – Coding for div, </a:t>
            </a:r>
            <a:r>
              <a:rPr lang="en-GB" dirty="0" err="1"/>
              <a:t>chechBox</a:t>
            </a:r>
            <a:r>
              <a:rPr lang="en-GB" dirty="0"/>
              <a:t> and radio</a:t>
            </a:r>
          </a:p>
        </p:txBody>
      </p:sp>
      <p:sp>
        <p:nvSpPr>
          <p:cNvPr id="4" name="Rectangle 3"/>
          <p:cNvSpPr/>
          <p:nvPr/>
        </p:nvSpPr>
        <p:spPr>
          <a:xfrm>
            <a:off x="677325" y="1175086"/>
            <a:ext cx="8590500" cy="2800767"/>
          </a:xfrm>
          <a:prstGeom prst="rect">
            <a:avLst/>
          </a:prstGeom>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script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function</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ValDrink</a:t>
            </a:r>
            <a:r>
              <a:rPr lang="en-GB" sz="1600" b="1" dirty="0">
                <a:solidFill>
                  <a:srgbClr val="000000"/>
                </a:solidFill>
                <a:highlight>
                  <a:srgbClr val="FFFFFF"/>
                </a:highlight>
                <a:latin typeface="Consolas" panose="020B0609020204030204" pitchFamily="49" charset="0"/>
              </a:rPr>
              <a:t>(</a:t>
            </a:r>
            <a:r>
              <a:rPr lang="en-GB" sz="1600" b="1" dirty="0" err="1">
                <a:solidFill>
                  <a:srgbClr val="000000"/>
                </a:solidFill>
                <a:highlight>
                  <a:srgbClr val="FFFFFF"/>
                </a:highlight>
                <a:latin typeface="Consolas" panose="020B0609020204030204" pitchFamily="49" charset="0"/>
              </a:rPr>
              <a:t>theForm</a:t>
            </a:r>
            <a:r>
              <a:rPr lang="en-GB" sz="1600" b="1" dirty="0">
                <a:solidFill>
                  <a:srgbClr val="000000"/>
                </a:solidFill>
                <a:highlight>
                  <a:srgbClr val="FFFFFF"/>
                </a:highlight>
                <a:latin typeface="Consolas" panose="020B0609020204030204" pitchFamily="49" charset="0"/>
              </a:rPr>
              <a:t>) {</a:t>
            </a:r>
          </a:p>
          <a:p>
            <a:r>
              <a:rPr lang="en-GB" sz="1600" b="1" dirty="0">
                <a:solidFill>
                  <a:srgbClr val="000000"/>
                </a:solidFill>
                <a:highlight>
                  <a:srgbClr val="FFFFFF"/>
                </a:highlight>
                <a:latin typeface="Consolas" panose="020B0609020204030204" pitchFamily="49" charset="0"/>
              </a:rPr>
              <a:t>        </a:t>
            </a:r>
            <a:r>
              <a:rPr lang="en-GB" sz="1600" b="1" dirty="0" err="1">
                <a:solidFill>
                  <a:srgbClr val="0000FF"/>
                </a:solidFill>
                <a:highlight>
                  <a:srgbClr val="FFFFFF"/>
                </a:highlight>
                <a:latin typeface="Consolas" panose="020B0609020204030204" pitchFamily="49" charset="0"/>
              </a:rPr>
              <a:t>var</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divInfo</a:t>
            </a:r>
            <a:r>
              <a:rPr lang="en-GB" sz="1600" b="1" dirty="0">
                <a:solidFill>
                  <a:srgbClr val="000000"/>
                </a:solidFill>
                <a:highlight>
                  <a:srgbClr val="FFFFFF"/>
                </a:highlight>
                <a:latin typeface="Consolas" panose="020B0609020204030204" pitchFamily="49" charset="0"/>
              </a:rPr>
              <a:t> = </a:t>
            </a:r>
            <a:r>
              <a:rPr lang="en-GB" sz="1600" b="1" dirty="0" err="1">
                <a:solidFill>
                  <a:srgbClr val="000000"/>
                </a:solidFill>
                <a:highlight>
                  <a:srgbClr val="FFFFFF"/>
                </a:highlight>
                <a:latin typeface="Consolas" panose="020B0609020204030204" pitchFamily="49" charset="0"/>
              </a:rPr>
              <a:t>document.getElementById</a:t>
            </a:r>
            <a:r>
              <a:rPr lang="en-GB" sz="1600" b="1" dirty="0">
                <a:solidFill>
                  <a:srgbClr val="000000"/>
                </a:solidFill>
                <a:highlight>
                  <a:srgbClr val="FFFFFF"/>
                </a:highlight>
                <a:latin typeface="Consolas" panose="020B0609020204030204" pitchFamily="49" charset="0"/>
              </a:rPr>
              <a:t>(</a:t>
            </a:r>
            <a:r>
              <a:rPr lang="en-GB" sz="1600" b="1" dirty="0">
                <a:solidFill>
                  <a:srgbClr val="A31515"/>
                </a:solidFill>
                <a:highlight>
                  <a:srgbClr val="FFFFFF"/>
                </a:highlight>
                <a:latin typeface="Consolas" panose="020B0609020204030204" pitchFamily="49" charset="0"/>
              </a:rPr>
              <a:t>"</a:t>
            </a:r>
            <a:r>
              <a:rPr lang="en-GB" sz="1600" b="1" dirty="0" err="1">
                <a:solidFill>
                  <a:srgbClr val="A31515"/>
                </a:solidFill>
                <a:highlight>
                  <a:srgbClr val="FFFFFF"/>
                </a:highlight>
                <a:latin typeface="Consolas" panose="020B0609020204030204" pitchFamily="49" charset="0"/>
              </a:rPr>
              <a:t>divInfo</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a:t>
            </a:r>
          </a:p>
          <a:p>
            <a:endParaRPr lang="en-GB" sz="1600" b="1" dirty="0">
              <a:solidFill>
                <a:srgbClr val="000000"/>
              </a:solidFill>
              <a:highlight>
                <a:srgbClr val="FFFFFF"/>
              </a:highlight>
              <a:latin typeface="Consolas" panose="020B0609020204030204" pitchFamily="49" charset="0"/>
            </a:endParaRP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if</a:t>
            </a:r>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theForm.drink.value</a:t>
            </a:r>
            <a:r>
              <a:rPr lang="en-GB" sz="1600" b="1" dirty="0">
                <a:solidFill>
                  <a:srgbClr val="000000"/>
                </a:solidFill>
                <a:highlight>
                  <a:srgbClr val="FFFFFF"/>
                </a:highlight>
                <a:latin typeface="Consolas" panose="020B0609020204030204" pitchFamily="49" charset="0"/>
              </a:rPr>
              <a:t> == </a:t>
            </a:r>
            <a:r>
              <a:rPr lang="en-GB" sz="1600" b="1" dirty="0">
                <a:solidFill>
                  <a:srgbClr val="A31515"/>
                </a:solidFill>
                <a:highlight>
                  <a:srgbClr val="FFFFFF"/>
                </a:highlight>
                <a:latin typeface="Consolas" panose="020B0609020204030204" pitchFamily="49" charset="0"/>
              </a:rPr>
              <a:t>"</a:t>
            </a:r>
            <a:r>
              <a:rPr lang="en-GB" sz="1600" b="1" dirty="0">
                <a:solidFill>
                  <a:srgbClr val="0000FF"/>
                </a:solidFill>
                <a:highlight>
                  <a:srgbClr val="FFFFFF"/>
                </a:highlight>
                <a:latin typeface="Consolas" panose="020B0609020204030204" pitchFamily="49" charset="0"/>
              </a:rPr>
              <a:t>s</a:t>
            </a:r>
            <a:r>
              <a:rPr lang="en-GB" sz="1600" b="1" dirty="0">
                <a:solidFill>
                  <a:srgbClr val="A31515"/>
                </a:solidFill>
                <a:highlight>
                  <a:srgbClr val="FFFFFF"/>
                </a:highlight>
                <a:latin typeface="Consolas" panose="020B0609020204030204" pitchFamily="49" charset="0"/>
              </a:rPr>
              <a:t>"</a:t>
            </a:r>
            <a:r>
              <a:rPr lang="en-GB" sz="1600" b="1" dirty="0">
                <a:solidFill>
                  <a:srgbClr val="000000"/>
                </a:solidFill>
                <a:highlight>
                  <a:srgbClr val="FFFFFF"/>
                </a:highlight>
                <a:latin typeface="Consolas" panose="020B0609020204030204" pitchFamily="49" charset="0"/>
              </a:rPr>
              <a:t> &amp;&amp;</a:t>
            </a:r>
          </a:p>
          <a:p>
            <a:r>
              <a:rPr lang="en-GB" sz="1600" b="1" dirty="0">
                <a:solidFill>
                  <a:srgbClr val="000000"/>
                </a:solidFill>
                <a:highlight>
                  <a:srgbClr val="FFFFFF"/>
                </a:highlight>
                <a:latin typeface="Consolas" panose="020B0609020204030204" pitchFamily="49" charset="0"/>
              </a:rPr>
              <a:t>            (</a:t>
            </a:r>
            <a:r>
              <a:rPr lang="en-GB" sz="1600" b="1" dirty="0" err="1">
                <a:solidFill>
                  <a:srgbClr val="000000"/>
                </a:solidFill>
                <a:highlight>
                  <a:srgbClr val="FFFFFF"/>
                </a:highlight>
                <a:latin typeface="Consolas" panose="020B0609020204030204" pitchFamily="49" charset="0"/>
              </a:rPr>
              <a:t>theForm.</a:t>
            </a:r>
            <a:r>
              <a:rPr lang="en-GB" sz="1600" b="1" dirty="0" err="1">
                <a:solidFill>
                  <a:srgbClr val="0000FF"/>
                </a:solidFill>
                <a:highlight>
                  <a:srgbClr val="FFFFFF"/>
                </a:highlight>
                <a:latin typeface="Consolas" panose="020B0609020204030204" pitchFamily="49" charset="0"/>
              </a:rPr>
              <a:t>milk</a:t>
            </a:r>
            <a:r>
              <a:rPr lang="en-GB" sz="1600" b="1" dirty="0" err="1">
                <a:solidFill>
                  <a:srgbClr val="000000"/>
                </a:solidFill>
                <a:highlight>
                  <a:srgbClr val="FFFFFF"/>
                </a:highlight>
                <a:latin typeface="Consolas" panose="020B0609020204030204" pitchFamily="49" charset="0"/>
              </a:rPr>
              <a:t>.checked</a:t>
            </a:r>
            <a:r>
              <a:rPr lang="en-GB" sz="1600" b="1" dirty="0">
                <a:solidFill>
                  <a:srgbClr val="000000"/>
                </a:solidFill>
                <a:highlight>
                  <a:srgbClr val="FFFFFF"/>
                </a:highlight>
                <a:latin typeface="Consolas" panose="020B0609020204030204" pitchFamily="49" charset="0"/>
              </a:rPr>
              <a:t> || </a:t>
            </a:r>
            <a:r>
              <a:rPr lang="en-GB" sz="1600" b="1" dirty="0" err="1">
                <a:solidFill>
                  <a:srgbClr val="000000"/>
                </a:solidFill>
                <a:highlight>
                  <a:srgbClr val="FFFFFF"/>
                </a:highlight>
                <a:latin typeface="Consolas" panose="020B0609020204030204" pitchFamily="49" charset="0"/>
              </a:rPr>
              <a:t>theForm.</a:t>
            </a:r>
            <a:r>
              <a:rPr lang="en-GB" sz="1600" b="1" dirty="0" err="1">
                <a:solidFill>
                  <a:srgbClr val="0000FF"/>
                </a:solidFill>
                <a:highlight>
                  <a:srgbClr val="FFFFFF"/>
                </a:highlight>
                <a:latin typeface="Consolas" panose="020B0609020204030204" pitchFamily="49" charset="0"/>
              </a:rPr>
              <a:t>sugar</a:t>
            </a:r>
            <a:r>
              <a:rPr lang="en-GB" sz="1600" b="1" dirty="0" err="1">
                <a:solidFill>
                  <a:srgbClr val="000000"/>
                </a:solidFill>
                <a:highlight>
                  <a:srgbClr val="FFFFFF"/>
                </a:highlight>
                <a:latin typeface="Consolas" panose="020B0609020204030204" pitchFamily="49" charset="0"/>
              </a:rPr>
              <a:t>.checked</a:t>
            </a:r>
            <a:r>
              <a:rPr lang="en-GB" sz="1600" b="1" dirty="0">
                <a:solidFill>
                  <a:srgbClr val="000000"/>
                </a:solidFill>
                <a:highlight>
                  <a:srgbClr val="FFFFFF"/>
                </a:highlight>
                <a:latin typeface="Consolas" panose="020B0609020204030204" pitchFamily="49" charset="0"/>
              </a:rPr>
              <a:t>) ) {</a:t>
            </a:r>
          </a:p>
          <a:p>
            <a:r>
              <a:rPr lang="en-GB" sz="1600" b="1" dirty="0">
                <a:solidFill>
                  <a:srgbClr val="000000"/>
                </a:solidFill>
                <a:highlight>
                  <a:srgbClr val="FFFFFF"/>
                </a:highlight>
                <a:latin typeface="Consolas" panose="020B0609020204030204" pitchFamily="49" charset="0"/>
              </a:rPr>
              <a:t> 	    </a:t>
            </a:r>
            <a:r>
              <a:rPr lang="es-ES" sz="1600" b="1" dirty="0" err="1">
                <a:solidFill>
                  <a:srgbClr val="0000FF"/>
                </a:solidFill>
                <a:highlight>
                  <a:srgbClr val="FFFFFF"/>
                </a:highlight>
                <a:latin typeface="Consolas" panose="020B0609020204030204" pitchFamily="49" charset="0"/>
              </a:rPr>
              <a:t>divInfo</a:t>
            </a:r>
            <a:r>
              <a:rPr lang="en-GB" sz="1600" b="1" dirty="0">
                <a:solidFill>
                  <a:srgbClr val="000000"/>
                </a:solidFill>
                <a:highlight>
                  <a:srgbClr val="FFFFFF"/>
                </a:highlight>
                <a:latin typeface="Consolas" panose="020B0609020204030204" pitchFamily="49" charset="0"/>
              </a:rPr>
              <a:t>.</a:t>
            </a:r>
            <a:r>
              <a:rPr lang="en-GB" sz="1600" b="1" dirty="0" err="1">
                <a:solidFill>
                  <a:srgbClr val="000000"/>
                </a:solidFill>
                <a:highlight>
                  <a:srgbClr val="FFFFFF"/>
                </a:highlight>
                <a:latin typeface="Consolas" panose="020B0609020204030204" pitchFamily="49" charset="0"/>
              </a:rPr>
              <a:t>innerHTML</a:t>
            </a:r>
            <a:r>
              <a:rPr lang="en-GB" sz="1600" b="1" dirty="0">
                <a:solidFill>
                  <a:srgbClr val="000000"/>
                </a:solidFill>
                <a:highlight>
                  <a:srgbClr val="FFFFFF"/>
                </a:highlight>
                <a:latin typeface="Consolas" panose="020B0609020204030204" pitchFamily="49" charset="0"/>
              </a:rPr>
              <a:t> = </a:t>
            </a:r>
            <a:r>
              <a:rPr lang="en-GB" sz="1600" b="1" dirty="0">
                <a:solidFill>
                  <a:srgbClr val="A31515"/>
                </a:solidFill>
                <a:highlight>
                  <a:srgbClr val="FFFFFF"/>
                </a:highlight>
                <a:latin typeface="Consolas" panose="020B0609020204030204" pitchFamily="49" charset="0"/>
              </a:rPr>
              <a:t>"Can't have milk or sugar with soup!"</a:t>
            </a:r>
            <a:r>
              <a:rPr lang="en-GB" sz="1600" b="1" dirty="0">
                <a:solidFill>
                  <a:srgbClr val="000000"/>
                </a:solidFill>
                <a:highlight>
                  <a:srgbClr val="FFFFFF"/>
                </a:highlight>
                <a:latin typeface="Consolas" panose="020B0609020204030204" pitchFamily="49" charset="0"/>
              </a:rPr>
              <a:t>;</a:t>
            </a:r>
          </a:p>
          <a:p>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return</a:t>
            </a:r>
            <a:r>
              <a:rPr lang="en-GB" sz="1600" b="1" dirty="0">
                <a:solidFill>
                  <a:srgbClr val="000000"/>
                </a:solidFill>
                <a:highlight>
                  <a:srgbClr val="FFFFFF"/>
                </a:highlight>
                <a:latin typeface="Consolas" panose="020B0609020204030204" pitchFamily="49" charset="0"/>
              </a:rPr>
              <a:t> </a:t>
            </a:r>
            <a:r>
              <a:rPr lang="en-GB" sz="1600" b="1" dirty="0">
                <a:solidFill>
                  <a:srgbClr val="0000FF"/>
                </a:solidFill>
                <a:highlight>
                  <a:srgbClr val="FFFFFF"/>
                </a:highlight>
                <a:latin typeface="Consolas" panose="020B0609020204030204" pitchFamily="49" charset="0"/>
              </a:rPr>
              <a:t>false</a:t>
            </a:r>
            <a:r>
              <a:rPr lang="en-GB" sz="1600" b="1" dirty="0">
                <a:solidFill>
                  <a:srgbClr val="000000"/>
                </a:solidFill>
                <a:highlight>
                  <a:srgbClr val="FFFFFF"/>
                </a:highlight>
                <a:latin typeface="Consolas" panose="020B0609020204030204" pitchFamily="49" charset="0"/>
              </a:rPr>
              <a:t>;</a:t>
            </a:r>
          </a:p>
          <a:p>
            <a:r>
              <a:rPr lang="en-GB" sz="1600" b="1" dirty="0">
                <a:solidFill>
                  <a:srgbClr val="000000"/>
                </a:solidFill>
                <a:highlight>
                  <a:srgbClr val="FFFFFF"/>
                </a:highlight>
                <a:latin typeface="Consolas" panose="020B0609020204030204" pitchFamily="49" charset="0"/>
              </a:rPr>
              <a:t>        }</a:t>
            </a:r>
          </a:p>
          <a:p>
            <a:r>
              <a:rPr lang="en-GB" sz="1600" b="1" dirty="0">
                <a:solidFill>
                  <a:srgbClr val="000000"/>
                </a:solidFill>
                <a:highlight>
                  <a:srgbClr val="FFFFFF"/>
                </a:highlight>
                <a:latin typeface="Consolas" panose="020B0609020204030204" pitchFamily="49" charset="0"/>
              </a:rPr>
              <a:t>    }</a:t>
            </a:r>
          </a:p>
          <a:p>
            <a:r>
              <a:rPr lang="en-GB" sz="1600" b="1" dirty="0">
                <a:solidFill>
                  <a:srgbClr val="0000FF"/>
                </a:solidFill>
                <a:highlight>
                  <a:srgbClr val="FFFFFF"/>
                </a:highlight>
                <a:latin typeface="Consolas" panose="020B0609020204030204" pitchFamily="49" charset="0"/>
              </a:rPr>
              <a:t>&lt;/</a:t>
            </a:r>
            <a:r>
              <a:rPr lang="en-GB" sz="1600" b="1" dirty="0">
                <a:solidFill>
                  <a:srgbClr val="800000"/>
                </a:solidFill>
                <a:highlight>
                  <a:srgbClr val="FFFFFF"/>
                </a:highlight>
                <a:latin typeface="Consolas" panose="020B0609020204030204" pitchFamily="49" charset="0"/>
              </a:rPr>
              <a:t>script</a:t>
            </a:r>
            <a:r>
              <a:rPr lang="en-GB" sz="1600" b="1" dirty="0">
                <a:solidFill>
                  <a:srgbClr val="0000FF"/>
                </a:solidFill>
                <a:highlight>
                  <a:srgbClr val="FFFFFF"/>
                </a:highlight>
                <a:latin typeface="Consolas" panose="020B0609020204030204" pitchFamily="49" charset="0"/>
              </a:rPr>
              <a:t>&gt;</a:t>
            </a:r>
            <a:endParaRPr lang="en-GB" sz="1600" b="1" dirty="0">
              <a:solidFill>
                <a:srgbClr val="000000"/>
              </a:solidFill>
              <a:highlight>
                <a:srgbClr val="FFFFFF"/>
              </a:highlight>
              <a:latin typeface="Consolas" panose="020B0609020204030204" pitchFamily="49" charset="0"/>
            </a:endParaRPr>
          </a:p>
        </p:txBody>
      </p:sp>
      <p:sp>
        <p:nvSpPr>
          <p:cNvPr id="5" name="Rectangle 4">
            <a:extLst>
              <a:ext uri="{FF2B5EF4-FFF2-40B4-BE49-F238E27FC236}">
                <a16:creationId xmlns:a16="http://schemas.microsoft.com/office/drawing/2014/main" id="{C9321B43-A309-0CE9-574E-182B1A94B2DA}"/>
              </a:ext>
            </a:extLst>
          </p:cNvPr>
          <p:cNvSpPr/>
          <p:nvPr/>
        </p:nvSpPr>
        <p:spPr>
          <a:xfrm>
            <a:off x="2477026" y="3741397"/>
            <a:ext cx="8590500" cy="2554545"/>
          </a:xfrm>
          <a:prstGeom prst="rect">
            <a:avLst/>
          </a:prstGeom>
          <a:solidFill>
            <a:schemeClr val="accent5">
              <a:lumMod val="20000"/>
              <a:lumOff val="80000"/>
            </a:schemeClr>
          </a:solidFill>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body</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form</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method</a:t>
            </a:r>
            <a:r>
              <a:rPr lang="en-GB" sz="1600" dirty="0">
                <a:solidFill>
                  <a:srgbClr val="0000FF"/>
                </a:solidFill>
                <a:latin typeface="Consolas" panose="020B0609020204030204" pitchFamily="49" charset="0"/>
              </a:rPr>
              <a:t>="get"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action</a:t>
            </a:r>
            <a:r>
              <a:rPr lang="en-GB" sz="1600" dirty="0">
                <a:solidFill>
                  <a:srgbClr val="0000FF"/>
                </a:solidFill>
                <a:latin typeface="Consolas" panose="020B0609020204030204" pitchFamily="49" charset="0"/>
              </a:rPr>
              <a:t>="serve.asp" </a:t>
            </a:r>
            <a:r>
              <a:rPr lang="en-GB" sz="1600" dirty="0" err="1">
                <a:solidFill>
                  <a:srgbClr val="FF0000"/>
                </a:solidFill>
                <a:latin typeface="Consolas" panose="020B0609020204030204" pitchFamily="49" charset="0"/>
              </a:rPr>
              <a:t>onsubmit</a:t>
            </a:r>
            <a:r>
              <a:rPr lang="en-GB" sz="1600" dirty="0">
                <a:solidFill>
                  <a:srgbClr val="0000FF"/>
                </a:solidFill>
                <a:latin typeface="Consolas" panose="020B0609020204030204" pitchFamily="49" charset="0"/>
              </a:rPr>
              <a:t>="return</a:t>
            </a:r>
            <a:r>
              <a:rPr lang="en-GB" sz="1600" dirty="0">
                <a:solidFill>
                  <a:srgbClr val="000000"/>
                </a:solidFill>
                <a:latin typeface="Consolas" panose="020B0609020204030204" pitchFamily="49" charset="0"/>
              </a:rPr>
              <a:t> </a:t>
            </a:r>
            <a:r>
              <a:rPr lang="en-GB" sz="1600" dirty="0" err="1">
                <a:solidFill>
                  <a:srgbClr val="000000"/>
                </a:solidFill>
                <a:latin typeface="Consolas" panose="020B0609020204030204" pitchFamily="49" charset="0"/>
              </a:rPr>
              <a:t>ValDrink</a:t>
            </a:r>
            <a:r>
              <a:rPr lang="en-GB" sz="1600" dirty="0">
                <a:solidFill>
                  <a:srgbClr val="000000"/>
                </a:solidFill>
                <a:latin typeface="Consolas" panose="020B0609020204030204" pitchFamily="49" charset="0"/>
              </a:rPr>
              <a:t>(</a:t>
            </a:r>
            <a:r>
              <a:rPr lang="en-GB" sz="1600" dirty="0">
                <a:solidFill>
                  <a:srgbClr val="0000FF"/>
                </a:solidFill>
                <a:latin typeface="Consolas" panose="020B0609020204030204" pitchFamily="49" charset="0"/>
              </a:rPr>
              <a:t>this</a:t>
            </a:r>
            <a:r>
              <a:rPr lang="en-GB" sz="1600" dirty="0">
                <a:solidFill>
                  <a:srgbClr val="000000"/>
                </a:solidFill>
                <a:latin typeface="Consolas" panose="020B0609020204030204" pitchFamily="49" charset="0"/>
              </a:rPr>
              <a:t>)</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="radio"</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checked</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="drink"</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="t"</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Tea</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="radio"</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="drink"</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="c"</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Coffee</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="radio"</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="drink"</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="s"</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Soup</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="checkbox"</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="milk"</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Milk</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="checkbox"</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name</a:t>
            </a:r>
            <a:r>
              <a:rPr lang="en-GB" sz="1600" dirty="0">
                <a:solidFill>
                  <a:srgbClr val="0000FF"/>
                </a:solidFill>
                <a:latin typeface="Consolas" panose="020B0609020204030204" pitchFamily="49" charset="0"/>
              </a:rPr>
              <a:t>="sugar"</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r>
              <a:rPr lang="en-GB" sz="1600" dirty="0">
                <a:solidFill>
                  <a:srgbClr val="000000"/>
                </a:solidFill>
                <a:latin typeface="Consolas" panose="020B0609020204030204" pitchFamily="49" charset="0"/>
              </a:rPr>
              <a:t>Sugar</a:t>
            </a: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input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type</a:t>
            </a:r>
            <a:r>
              <a:rPr lang="en-GB" sz="1600" dirty="0">
                <a:solidFill>
                  <a:srgbClr val="0000FF"/>
                </a:solidFill>
                <a:latin typeface="Consolas" panose="020B0609020204030204" pitchFamily="49" charset="0"/>
              </a:rPr>
              <a:t>="submit"</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value</a:t>
            </a:r>
            <a:r>
              <a:rPr lang="en-GB" sz="1600" dirty="0">
                <a:solidFill>
                  <a:srgbClr val="0000FF"/>
                </a:solidFill>
                <a:latin typeface="Consolas" panose="020B0609020204030204" pitchFamily="49" charset="0"/>
              </a:rPr>
              <a:t>="Vend"</a:t>
            </a:r>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form</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a:p>
            <a:r>
              <a:rPr lang="en-GB" sz="1600" dirty="0">
                <a:solidFill>
                  <a:srgbClr val="000000"/>
                </a:solidFill>
                <a:latin typeface="Consolas" panose="020B0609020204030204" pitchFamily="49" charset="0"/>
              </a:rPr>
              <a:t>    </a:t>
            </a:r>
            <a:r>
              <a:rPr lang="en-GB" sz="1600" dirty="0">
                <a:solidFill>
                  <a:srgbClr val="0000FF"/>
                </a:solidFill>
                <a:latin typeface="Consolas" panose="020B0609020204030204" pitchFamily="49" charset="0"/>
              </a:rPr>
              <a:t>&lt;</a:t>
            </a:r>
            <a:r>
              <a:rPr lang="en-GB" sz="1600" dirty="0">
                <a:solidFill>
                  <a:srgbClr val="800000"/>
                </a:solidFill>
                <a:latin typeface="Consolas" panose="020B0609020204030204" pitchFamily="49" charset="0"/>
              </a:rPr>
              <a:t>div</a:t>
            </a:r>
            <a:r>
              <a:rPr lang="en-GB" sz="1600" dirty="0">
                <a:solidFill>
                  <a:srgbClr val="000000"/>
                </a:solidFill>
                <a:latin typeface="Consolas" panose="020B0609020204030204" pitchFamily="49" charset="0"/>
              </a:rPr>
              <a:t> </a:t>
            </a:r>
            <a:r>
              <a:rPr lang="en-GB" sz="1600" dirty="0">
                <a:solidFill>
                  <a:srgbClr val="FF0000"/>
                </a:solidFill>
                <a:latin typeface="Consolas" panose="020B0609020204030204" pitchFamily="49" charset="0"/>
              </a:rPr>
              <a:t>id</a:t>
            </a:r>
            <a:r>
              <a:rPr lang="en-GB" sz="1600" dirty="0">
                <a:solidFill>
                  <a:srgbClr val="0000FF"/>
                </a:solidFill>
                <a:latin typeface="Consolas" panose="020B0609020204030204" pitchFamily="49" charset="0"/>
              </a:rPr>
              <a:t>="</a:t>
            </a:r>
            <a:r>
              <a:rPr lang="en-GB" sz="1600" dirty="0" err="1">
                <a:solidFill>
                  <a:srgbClr val="0000FF"/>
                </a:solidFill>
                <a:latin typeface="Consolas" panose="020B0609020204030204" pitchFamily="49" charset="0"/>
              </a:rPr>
              <a:t>divInfo</a:t>
            </a:r>
            <a:r>
              <a:rPr lang="en-GB" sz="1600" dirty="0">
                <a:solidFill>
                  <a:srgbClr val="0000FF"/>
                </a:solidFill>
                <a:latin typeface="Consolas" panose="020B0609020204030204" pitchFamily="49" charset="0"/>
              </a:rPr>
              <a:t>"&gt;&lt;/</a:t>
            </a:r>
            <a:r>
              <a:rPr lang="en-GB" sz="1600" dirty="0">
                <a:solidFill>
                  <a:srgbClr val="800000"/>
                </a:solidFill>
                <a:latin typeface="Consolas" panose="020B0609020204030204" pitchFamily="49" charset="0"/>
              </a:rPr>
              <a:t>div</a:t>
            </a:r>
            <a:r>
              <a:rPr lang="en-GB" sz="1600" dirty="0">
                <a:solidFill>
                  <a:srgbClr val="0000FF"/>
                </a:solidFill>
                <a:latin typeface="Consolas" panose="020B0609020204030204" pitchFamily="49" charset="0"/>
              </a:rPr>
              <a:t>&gt;</a:t>
            </a:r>
            <a:endParaRPr lang="en-GB" sz="1600"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14131633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List controls – value or </a:t>
            </a:r>
            <a:r>
              <a:rPr lang="en-GB" dirty="0" err="1"/>
              <a:t>selectedIndex</a:t>
            </a:r>
            <a:r>
              <a:rPr lang="en-GB" dirty="0"/>
              <a:t> attributes</a:t>
            </a:r>
          </a:p>
        </p:txBody>
      </p:sp>
      <p:sp>
        <p:nvSpPr>
          <p:cNvPr id="4" name="Rectangle 3"/>
          <p:cNvSpPr/>
          <p:nvPr/>
        </p:nvSpPr>
        <p:spPr>
          <a:xfrm>
            <a:off x="1863213" y="1255108"/>
            <a:ext cx="8465574" cy="2677656"/>
          </a:xfrm>
          <a:prstGeom prst="rect">
            <a:avLst/>
          </a:prstGeom>
          <a:ln w="25400">
            <a:solidFill>
              <a:schemeClr val="bg1">
                <a:lumMod val="95000"/>
              </a:schemeClr>
            </a:solidFill>
          </a:ln>
          <a:effectLst>
            <a:outerShdw blurRad="50800" dist="38100" algn="l" rotWithShape="0">
              <a:prstClr val="black">
                <a:alpha val="40000"/>
              </a:prstClr>
            </a:outerShdw>
          </a:effectLst>
        </p:spPr>
        <p:style>
          <a:lnRef idx="2">
            <a:schemeClr val="accent1"/>
          </a:lnRef>
          <a:fillRef idx="1">
            <a:schemeClr val="lt1"/>
          </a:fillRef>
          <a:effectRef idx="0">
            <a:schemeClr val="accent1"/>
          </a:effectRef>
          <a:fontRef idx="minor">
            <a:schemeClr val="dk1"/>
          </a:fontRef>
        </p:style>
        <p:txBody>
          <a:bodyPr wrap="square">
            <a:spAutoFit/>
          </a:bodyPr>
          <a:lstStyle/>
          <a:p>
            <a:r>
              <a:rPr lang="en-GB" sz="1400" b="1" dirty="0">
                <a:solidFill>
                  <a:srgbClr val="0000FF"/>
                </a:solidFill>
                <a:highlight>
                  <a:srgbClr val="FFFFFF"/>
                </a:highlight>
                <a:latin typeface="Consolas" panose="020B0609020204030204" pitchFamily="49" charset="0"/>
              </a:rPr>
              <a:t>&lt;</a:t>
            </a:r>
            <a:r>
              <a:rPr lang="en-GB" sz="1400" b="1" dirty="0">
                <a:solidFill>
                  <a:srgbClr val="800000"/>
                </a:solidFill>
                <a:highlight>
                  <a:srgbClr val="FFFFFF"/>
                </a:highlight>
                <a:latin typeface="Consolas" panose="020B0609020204030204" pitchFamily="49" charset="0"/>
              </a:rPr>
              <a:t>script</a:t>
            </a:r>
            <a:r>
              <a:rPr lang="en-GB" sz="1400" b="1" dirty="0">
                <a:solidFill>
                  <a:srgbClr val="0000FF"/>
                </a:solidFill>
                <a:highlight>
                  <a:srgbClr val="FFFFFF"/>
                </a:highlight>
                <a:latin typeface="Consolas" panose="020B0609020204030204" pitchFamily="49" charset="0"/>
              </a:rPr>
              <a:t>&gt;</a:t>
            </a:r>
            <a:endParaRPr lang="en-GB" sz="1400" b="1" dirty="0">
              <a:solidFill>
                <a:srgbClr val="000000"/>
              </a:solidFill>
              <a:highlight>
                <a:srgbClr val="FFFFFF"/>
              </a:highlight>
              <a:latin typeface="Consolas" panose="020B0609020204030204" pitchFamily="49" charset="0"/>
            </a:endParaRPr>
          </a:p>
          <a:p>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function</a:t>
            </a:r>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ValDrink</a:t>
            </a:r>
            <a:r>
              <a:rPr lang="en-GB" sz="1400" b="1" dirty="0">
                <a:solidFill>
                  <a:srgbClr val="000000"/>
                </a:solidFill>
                <a:highlight>
                  <a:srgbClr val="FFFFFF"/>
                </a:highlight>
                <a:latin typeface="Consolas" panose="020B0609020204030204" pitchFamily="49" charset="0"/>
              </a:rPr>
              <a:t>(</a:t>
            </a:r>
            <a:r>
              <a:rPr lang="en-GB" sz="1400" b="1" dirty="0" err="1">
                <a:solidFill>
                  <a:srgbClr val="000000"/>
                </a:solidFill>
                <a:highlight>
                  <a:srgbClr val="FFFFFF"/>
                </a:highlight>
                <a:latin typeface="Consolas" panose="020B0609020204030204" pitchFamily="49" charset="0"/>
              </a:rPr>
              <a:t>theForm</a:t>
            </a:r>
            <a:r>
              <a:rPr lang="en-GB" sz="1400" b="1" dirty="0">
                <a:solidFill>
                  <a:srgbClr val="000000"/>
                </a:solidFill>
                <a:highlight>
                  <a:srgbClr val="FFFFFF"/>
                </a:highlight>
                <a:latin typeface="Consolas" panose="020B0609020204030204" pitchFamily="49" charset="0"/>
              </a:rPr>
              <a:t>) {</a:t>
            </a:r>
          </a:p>
          <a:p>
            <a:r>
              <a:rPr lang="en-GB" sz="1400" b="1" dirty="0">
                <a:solidFill>
                  <a:srgbClr val="000000"/>
                </a:solidFill>
                <a:highlight>
                  <a:srgbClr val="FFFFFF"/>
                </a:highlight>
                <a:latin typeface="Consolas" panose="020B0609020204030204" pitchFamily="49" charset="0"/>
              </a:rPr>
              <a:t>        </a:t>
            </a:r>
            <a:r>
              <a:rPr lang="en-GB" sz="1400" b="1" dirty="0" err="1">
                <a:solidFill>
                  <a:srgbClr val="0000FF"/>
                </a:solidFill>
                <a:highlight>
                  <a:srgbClr val="FFFFFF"/>
                </a:highlight>
                <a:latin typeface="Consolas" panose="020B0609020204030204" pitchFamily="49" charset="0"/>
              </a:rPr>
              <a:t>var</a:t>
            </a:r>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divInfo</a:t>
            </a:r>
            <a:r>
              <a:rPr lang="en-GB" sz="1400" b="1" dirty="0">
                <a:solidFill>
                  <a:srgbClr val="000000"/>
                </a:solidFill>
                <a:highlight>
                  <a:srgbClr val="FFFFFF"/>
                </a:highlight>
                <a:latin typeface="Consolas" panose="020B0609020204030204" pitchFamily="49" charset="0"/>
              </a:rPr>
              <a:t> = </a:t>
            </a:r>
            <a:r>
              <a:rPr lang="en-GB" sz="1400" b="1" dirty="0" err="1">
                <a:solidFill>
                  <a:srgbClr val="000000"/>
                </a:solidFill>
                <a:highlight>
                  <a:srgbClr val="FFFFFF"/>
                </a:highlight>
                <a:latin typeface="Consolas" panose="020B0609020204030204" pitchFamily="49" charset="0"/>
              </a:rPr>
              <a:t>document.getElementById</a:t>
            </a:r>
            <a:r>
              <a:rPr lang="en-GB" sz="1400" b="1" dirty="0">
                <a:solidFill>
                  <a:srgbClr val="000000"/>
                </a:solidFill>
                <a:highlight>
                  <a:srgbClr val="FFFFFF"/>
                </a:highlight>
                <a:latin typeface="Consolas" panose="020B0609020204030204" pitchFamily="49" charset="0"/>
              </a:rPr>
              <a:t>(</a:t>
            </a:r>
            <a:r>
              <a:rPr lang="en-GB" sz="1400" b="1" dirty="0">
                <a:solidFill>
                  <a:srgbClr val="A31515"/>
                </a:solidFill>
                <a:highlight>
                  <a:srgbClr val="FFFFFF"/>
                </a:highlight>
                <a:latin typeface="Consolas" panose="020B0609020204030204" pitchFamily="49" charset="0"/>
              </a:rPr>
              <a:t>"</a:t>
            </a:r>
            <a:r>
              <a:rPr lang="en-GB" sz="1400" b="1" dirty="0" err="1">
                <a:solidFill>
                  <a:srgbClr val="A31515"/>
                </a:solidFill>
                <a:highlight>
                  <a:srgbClr val="FFFFFF"/>
                </a:highlight>
                <a:latin typeface="Consolas" panose="020B0609020204030204" pitchFamily="49" charset="0"/>
              </a:rPr>
              <a:t>divInfo</a:t>
            </a:r>
            <a:r>
              <a:rPr lang="en-GB" sz="1400" b="1" dirty="0">
                <a:solidFill>
                  <a:srgbClr val="A31515"/>
                </a:solidFill>
                <a:highlight>
                  <a:srgbClr val="FFFFFF"/>
                </a:highlight>
                <a:latin typeface="Consolas" panose="020B0609020204030204" pitchFamily="49" charset="0"/>
              </a:rPr>
              <a:t>"</a:t>
            </a:r>
            <a:r>
              <a:rPr lang="en-GB" sz="1400" b="1" dirty="0">
                <a:solidFill>
                  <a:srgbClr val="000000"/>
                </a:solidFill>
                <a:highlight>
                  <a:srgbClr val="FFFFFF"/>
                </a:highlight>
                <a:latin typeface="Consolas" panose="020B0609020204030204" pitchFamily="49" charset="0"/>
              </a:rPr>
              <a:t>);</a:t>
            </a:r>
          </a:p>
          <a:p>
            <a:endParaRPr lang="en-GB" sz="1400" b="1" dirty="0">
              <a:solidFill>
                <a:srgbClr val="000000"/>
              </a:solidFill>
              <a:highlight>
                <a:srgbClr val="FFFFFF"/>
              </a:highlight>
              <a:latin typeface="Consolas" panose="020B0609020204030204" pitchFamily="49" charset="0"/>
            </a:endParaRPr>
          </a:p>
          <a:p>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if</a:t>
            </a:r>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theForm.drinks.value</a:t>
            </a:r>
            <a:r>
              <a:rPr lang="en-GB" sz="1400" b="1" dirty="0">
                <a:solidFill>
                  <a:srgbClr val="000000"/>
                </a:solidFill>
                <a:highlight>
                  <a:srgbClr val="FFFFFF"/>
                </a:highlight>
                <a:latin typeface="Consolas" panose="020B0609020204030204" pitchFamily="49" charset="0"/>
              </a:rPr>
              <a:t> == </a:t>
            </a:r>
            <a:r>
              <a:rPr lang="en-GB" sz="1400" b="1" dirty="0">
                <a:solidFill>
                  <a:srgbClr val="A31515"/>
                </a:solidFill>
                <a:highlight>
                  <a:srgbClr val="FFFFFF"/>
                </a:highlight>
                <a:latin typeface="Consolas" panose="020B0609020204030204" pitchFamily="49" charset="0"/>
              </a:rPr>
              <a:t>"Soup"</a:t>
            </a:r>
            <a:r>
              <a:rPr lang="en-GB" sz="1400" b="1" dirty="0">
                <a:solidFill>
                  <a:srgbClr val="000000"/>
                </a:solidFill>
                <a:highlight>
                  <a:srgbClr val="FFFFFF"/>
                </a:highlight>
                <a:latin typeface="Consolas" panose="020B0609020204030204" pitchFamily="49" charset="0"/>
              </a:rPr>
              <a:t> &amp;&amp;</a:t>
            </a:r>
          </a:p>
          <a:p>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theForm.milk.checked</a:t>
            </a:r>
            <a:r>
              <a:rPr lang="en-GB" sz="1400" b="1" dirty="0">
                <a:solidFill>
                  <a:srgbClr val="000000"/>
                </a:solidFill>
                <a:highlight>
                  <a:srgbClr val="FFFFFF"/>
                </a:highlight>
                <a:latin typeface="Consolas" panose="020B0609020204030204" pitchFamily="49" charset="0"/>
              </a:rPr>
              <a:t> || </a:t>
            </a:r>
            <a:r>
              <a:rPr lang="en-GB" sz="1400" b="1" dirty="0" err="1">
                <a:solidFill>
                  <a:srgbClr val="000000"/>
                </a:solidFill>
                <a:highlight>
                  <a:srgbClr val="FFFFFF"/>
                </a:highlight>
                <a:latin typeface="Consolas" panose="020B0609020204030204" pitchFamily="49" charset="0"/>
              </a:rPr>
              <a:t>theForm.sugar.checked</a:t>
            </a:r>
            <a:r>
              <a:rPr lang="en-GB" sz="1400" b="1" dirty="0">
                <a:solidFill>
                  <a:srgbClr val="000000"/>
                </a:solidFill>
                <a:highlight>
                  <a:srgbClr val="FFFFFF"/>
                </a:highlight>
                <a:latin typeface="Consolas" panose="020B0609020204030204" pitchFamily="49" charset="0"/>
              </a:rPr>
              <a:t>) ) {</a:t>
            </a:r>
          </a:p>
          <a:p>
            <a:r>
              <a:rPr lang="en-GB" sz="1400" b="1" dirty="0">
                <a:solidFill>
                  <a:srgbClr val="000000"/>
                </a:solidFill>
                <a:highlight>
                  <a:srgbClr val="FFFFFF"/>
                </a:highlight>
                <a:latin typeface="Consolas" panose="020B0609020204030204" pitchFamily="49" charset="0"/>
              </a:rPr>
              <a:t>            </a:t>
            </a:r>
            <a:r>
              <a:rPr lang="en-GB" sz="1400" b="1" dirty="0" err="1">
                <a:solidFill>
                  <a:srgbClr val="000000"/>
                </a:solidFill>
                <a:highlight>
                  <a:srgbClr val="FFFFFF"/>
                </a:highlight>
                <a:latin typeface="Consolas" panose="020B0609020204030204" pitchFamily="49" charset="0"/>
              </a:rPr>
              <a:t>divInfo.innerHTML</a:t>
            </a:r>
            <a:r>
              <a:rPr lang="en-GB" sz="1400" b="1" dirty="0">
                <a:solidFill>
                  <a:srgbClr val="000000"/>
                </a:solidFill>
                <a:highlight>
                  <a:srgbClr val="FFFFFF"/>
                </a:highlight>
                <a:latin typeface="Consolas" panose="020B0609020204030204" pitchFamily="49" charset="0"/>
              </a:rPr>
              <a:t> = </a:t>
            </a:r>
            <a:r>
              <a:rPr lang="en-GB" sz="1400" b="1" dirty="0">
                <a:solidFill>
                  <a:srgbClr val="A31515"/>
                </a:solidFill>
                <a:highlight>
                  <a:srgbClr val="FFFFFF"/>
                </a:highlight>
                <a:latin typeface="Consolas" panose="020B0609020204030204" pitchFamily="49" charset="0"/>
              </a:rPr>
              <a:t>"You can't have milk or sugar with soup!"</a:t>
            </a:r>
            <a:r>
              <a:rPr lang="en-GB" sz="1400" b="1" dirty="0">
                <a:solidFill>
                  <a:srgbClr val="000000"/>
                </a:solidFill>
                <a:highlight>
                  <a:srgbClr val="FFFFFF"/>
                </a:highlight>
                <a:latin typeface="Consolas" panose="020B0609020204030204" pitchFamily="49" charset="0"/>
              </a:rPr>
              <a:t>;</a:t>
            </a:r>
          </a:p>
          <a:p>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return</a:t>
            </a:r>
            <a:r>
              <a:rPr lang="en-GB" sz="1400" b="1" dirty="0">
                <a:solidFill>
                  <a:srgbClr val="000000"/>
                </a:solidFill>
                <a:highlight>
                  <a:srgbClr val="FFFFFF"/>
                </a:highlight>
                <a:latin typeface="Consolas" panose="020B0609020204030204" pitchFamily="49" charset="0"/>
              </a:rPr>
              <a:t> </a:t>
            </a:r>
            <a:r>
              <a:rPr lang="en-GB" sz="1400" b="1" dirty="0">
                <a:solidFill>
                  <a:srgbClr val="0000FF"/>
                </a:solidFill>
                <a:highlight>
                  <a:srgbClr val="FFFFFF"/>
                </a:highlight>
                <a:latin typeface="Consolas" panose="020B0609020204030204" pitchFamily="49" charset="0"/>
              </a:rPr>
              <a:t>false</a:t>
            </a:r>
            <a:r>
              <a:rPr lang="en-GB" sz="1400" b="1" dirty="0">
                <a:solidFill>
                  <a:srgbClr val="000000"/>
                </a:solidFill>
                <a:highlight>
                  <a:srgbClr val="FFFFFF"/>
                </a:highlight>
                <a:latin typeface="Consolas" panose="020B0609020204030204" pitchFamily="49" charset="0"/>
              </a:rPr>
              <a:t>;</a:t>
            </a:r>
          </a:p>
          <a:p>
            <a:r>
              <a:rPr lang="en-GB" sz="1400" b="1" dirty="0">
                <a:solidFill>
                  <a:srgbClr val="000000"/>
                </a:solidFill>
                <a:highlight>
                  <a:srgbClr val="FFFFFF"/>
                </a:highlight>
                <a:latin typeface="Consolas" panose="020B0609020204030204" pitchFamily="49" charset="0"/>
              </a:rPr>
              <a:t>        }</a:t>
            </a:r>
          </a:p>
          <a:p>
            <a:r>
              <a:rPr lang="en-GB" sz="1400" b="1" dirty="0">
                <a:solidFill>
                  <a:srgbClr val="000000"/>
                </a:solidFill>
                <a:highlight>
                  <a:srgbClr val="FFFFFF"/>
                </a:highlight>
                <a:latin typeface="Consolas" panose="020B0609020204030204" pitchFamily="49" charset="0"/>
              </a:rPr>
              <a:t>    }</a:t>
            </a:r>
          </a:p>
          <a:p>
            <a:r>
              <a:rPr lang="en-GB" sz="1400" b="1" dirty="0">
                <a:solidFill>
                  <a:srgbClr val="0000FF"/>
                </a:solidFill>
                <a:highlight>
                  <a:srgbClr val="FFFFFF"/>
                </a:highlight>
                <a:latin typeface="Consolas" panose="020B0609020204030204" pitchFamily="49" charset="0"/>
              </a:rPr>
              <a:t>&lt;/</a:t>
            </a:r>
            <a:r>
              <a:rPr lang="en-GB" sz="1400" b="1" dirty="0">
                <a:solidFill>
                  <a:srgbClr val="800000"/>
                </a:solidFill>
                <a:highlight>
                  <a:srgbClr val="FFFFFF"/>
                </a:highlight>
                <a:latin typeface="Consolas" panose="020B0609020204030204" pitchFamily="49" charset="0"/>
              </a:rPr>
              <a:t>script</a:t>
            </a:r>
            <a:r>
              <a:rPr lang="en-GB" sz="1400" b="1" dirty="0">
                <a:solidFill>
                  <a:srgbClr val="0000FF"/>
                </a:solidFill>
                <a:highlight>
                  <a:srgbClr val="FFFFFF"/>
                </a:highlight>
                <a:latin typeface="Consolas" panose="020B0609020204030204" pitchFamily="49" charset="0"/>
              </a:rPr>
              <a:t>&gt;</a:t>
            </a:r>
            <a:endParaRPr lang="en-GB" sz="1400" b="1" dirty="0">
              <a:solidFill>
                <a:srgbClr val="000000"/>
              </a:solidFill>
              <a:highlight>
                <a:srgbClr val="FFFFFF"/>
              </a:highlight>
              <a:latin typeface="Consolas" panose="020B0609020204030204" pitchFamily="49" charset="0"/>
            </a:endParaRPr>
          </a:p>
          <a:p>
            <a:r>
              <a:rPr lang="en-GB" sz="1400" b="1" dirty="0">
                <a:solidFill>
                  <a:srgbClr val="0000FF"/>
                </a:solidFill>
                <a:highlight>
                  <a:srgbClr val="FFFFFF"/>
                </a:highlight>
                <a:latin typeface="Consolas" panose="020B0609020204030204" pitchFamily="49" charset="0"/>
              </a:rPr>
              <a:t>&lt;/</a:t>
            </a:r>
            <a:r>
              <a:rPr lang="en-GB" sz="1400" b="1" dirty="0">
                <a:solidFill>
                  <a:srgbClr val="800000"/>
                </a:solidFill>
                <a:highlight>
                  <a:srgbClr val="FFFFFF"/>
                </a:highlight>
                <a:latin typeface="Consolas" panose="020B0609020204030204" pitchFamily="49" charset="0"/>
              </a:rPr>
              <a:t>head</a:t>
            </a:r>
            <a:r>
              <a:rPr lang="en-GB" sz="1400" b="1" dirty="0">
                <a:solidFill>
                  <a:srgbClr val="0000FF"/>
                </a:solidFill>
                <a:highlight>
                  <a:srgbClr val="FFFFFF"/>
                </a:highlight>
                <a:latin typeface="Consolas" panose="020B0609020204030204" pitchFamily="49" charset="0"/>
              </a:rPr>
              <a:t>&gt;</a:t>
            </a:r>
            <a:endParaRPr lang="en-GB" sz="1400" b="1" dirty="0">
              <a:solidFill>
                <a:srgbClr val="000000"/>
              </a:solidFill>
              <a:highlight>
                <a:srgbClr val="FFFFFF"/>
              </a:highlight>
              <a:latin typeface="Consolas" panose="020B0609020204030204" pitchFamily="49" charset="0"/>
            </a:endParaRPr>
          </a:p>
        </p:txBody>
      </p:sp>
      <p:sp>
        <p:nvSpPr>
          <p:cNvPr id="3" name="Rectangle: Rounded Corners 2">
            <a:extLst>
              <a:ext uri="{FF2B5EF4-FFF2-40B4-BE49-F238E27FC236}">
                <a16:creationId xmlns:a16="http://schemas.microsoft.com/office/drawing/2014/main" id="{F4FDA81F-AF2C-4022-A1FD-D9E76D0CF929}"/>
              </a:ext>
            </a:extLst>
          </p:cNvPr>
          <p:cNvSpPr/>
          <p:nvPr/>
        </p:nvSpPr>
        <p:spPr>
          <a:xfrm>
            <a:off x="7907637" y="1713169"/>
            <a:ext cx="3446163" cy="555812"/>
          </a:xfrm>
          <a:prstGeom prst="roundRect">
            <a:avLst>
              <a:gd name="adj" fmla="val 8603"/>
            </a:avLst>
          </a:prstGeom>
          <a:solidFill>
            <a:schemeClr val="bg1"/>
          </a:solidFill>
          <a:ln w="25400">
            <a:solidFill>
              <a:schemeClr val="bg1">
                <a:lumMod val="65000"/>
              </a:schemeClr>
            </a:solid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b="1" dirty="0" err="1">
                <a:solidFill>
                  <a:schemeClr val="tx1"/>
                </a:solidFill>
              </a:rPr>
              <a:t>theForm.drinks.selectedIndex</a:t>
            </a:r>
            <a:r>
              <a:rPr lang="en-GB" sz="1400" b="1" dirty="0">
                <a:solidFill>
                  <a:schemeClr val="tx1"/>
                </a:solidFill>
              </a:rPr>
              <a:t> == 2</a:t>
            </a:r>
            <a:endParaRPr lang="en-GB" sz="1400" b="1" dirty="0">
              <a:solidFill>
                <a:schemeClr val="tx1"/>
              </a:solidFill>
              <a:latin typeface="Arial" pitchFamily="34" charset="0"/>
              <a:cs typeface="Arial" pitchFamily="34" charset="0"/>
            </a:endParaRPr>
          </a:p>
        </p:txBody>
      </p:sp>
      <p:cxnSp>
        <p:nvCxnSpPr>
          <p:cNvPr id="7" name="Straight Connector 6">
            <a:extLst>
              <a:ext uri="{FF2B5EF4-FFF2-40B4-BE49-F238E27FC236}">
                <a16:creationId xmlns:a16="http://schemas.microsoft.com/office/drawing/2014/main" id="{8116FB9B-004E-4DCB-AF44-B62543BD2EAB}"/>
              </a:ext>
            </a:extLst>
          </p:cNvPr>
          <p:cNvCxnSpPr/>
          <p:nvPr/>
        </p:nvCxnSpPr>
        <p:spPr>
          <a:xfrm flipH="1">
            <a:off x="6624918" y="2124635"/>
            <a:ext cx="1282719" cy="144346"/>
          </a:xfrm>
          <a:prstGeom prst="line">
            <a:avLst/>
          </a:prstGeom>
          <a:ln w="38100">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6" name="TextBox 5">
            <a:extLst>
              <a:ext uri="{FF2B5EF4-FFF2-40B4-BE49-F238E27FC236}">
                <a16:creationId xmlns:a16="http://schemas.microsoft.com/office/drawing/2014/main" id="{56EEC55E-164E-9E76-2BC4-447D85901BE0}"/>
              </a:ext>
            </a:extLst>
          </p:cNvPr>
          <p:cNvSpPr txBox="1"/>
          <p:nvPr/>
        </p:nvSpPr>
        <p:spPr>
          <a:xfrm>
            <a:off x="3695700" y="3605243"/>
            <a:ext cx="7658100" cy="2893100"/>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body</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form</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method</a:t>
            </a:r>
            <a:r>
              <a:rPr lang="en-GB" sz="1400" b="1" dirty="0">
                <a:solidFill>
                  <a:srgbClr val="0000FF"/>
                </a:solidFill>
                <a:latin typeface="Consolas" panose="020B0609020204030204" pitchFamily="49" charset="0"/>
              </a:rPr>
              <a:t>="get" </a:t>
            </a:r>
            <a:r>
              <a:rPr lang="en-GB" sz="1400" b="1" dirty="0">
                <a:solidFill>
                  <a:srgbClr val="FF0000"/>
                </a:solidFill>
                <a:latin typeface="Consolas" panose="020B0609020204030204" pitchFamily="49" charset="0"/>
              </a:rPr>
              <a:t>action</a:t>
            </a:r>
            <a:r>
              <a:rPr lang="en-GB" sz="1400" b="1" dirty="0">
                <a:solidFill>
                  <a:srgbClr val="0000FF"/>
                </a:solidFill>
                <a:latin typeface="Consolas" panose="020B0609020204030204" pitchFamily="49" charset="0"/>
              </a:rPr>
              <a:t>="serve.asp"</a:t>
            </a:r>
            <a:r>
              <a:rPr lang="en-GB" sz="1400" b="1" dirty="0">
                <a:solidFill>
                  <a:srgbClr val="000000"/>
                </a:solidFill>
                <a:latin typeface="Consolas" panose="020B0609020204030204" pitchFamily="49" charset="0"/>
              </a:rPr>
              <a:t> </a:t>
            </a:r>
            <a:r>
              <a:rPr lang="en-GB" sz="1400" b="1" dirty="0" err="1">
                <a:solidFill>
                  <a:srgbClr val="FF0000"/>
                </a:solidFill>
                <a:latin typeface="Consolas" panose="020B0609020204030204" pitchFamily="49" charset="0"/>
              </a:rPr>
              <a:t>onsubmit</a:t>
            </a:r>
            <a:r>
              <a:rPr lang="en-GB" sz="1400" b="1" dirty="0">
                <a:solidFill>
                  <a:srgbClr val="0000FF"/>
                </a:solidFill>
                <a:latin typeface="Consolas" panose="020B0609020204030204" pitchFamily="49" charset="0"/>
              </a:rPr>
              <a:t>="return</a:t>
            </a:r>
            <a:r>
              <a:rPr lang="en-GB" sz="1400" b="1" dirty="0">
                <a:solidFill>
                  <a:srgbClr val="000000"/>
                </a:solidFill>
                <a:latin typeface="Consolas" panose="020B0609020204030204" pitchFamily="49" charset="0"/>
              </a:rPr>
              <a:t> </a:t>
            </a:r>
            <a:r>
              <a:rPr lang="en-GB" sz="1400" b="1" dirty="0" err="1">
                <a:solidFill>
                  <a:srgbClr val="000000"/>
                </a:solidFill>
                <a:latin typeface="Consolas" panose="020B0609020204030204" pitchFamily="49" charset="0"/>
              </a:rPr>
              <a:t>ValDrink</a:t>
            </a:r>
            <a:r>
              <a:rPr lang="en-GB" sz="1400" b="1" dirty="0">
                <a:solidFill>
                  <a:srgbClr val="000000"/>
                </a:solidFill>
                <a:latin typeface="Consolas" panose="020B0609020204030204" pitchFamily="49" charset="0"/>
              </a:rPr>
              <a:t>(</a:t>
            </a:r>
            <a:r>
              <a:rPr lang="en-GB" sz="1400" b="1" dirty="0">
                <a:solidFill>
                  <a:srgbClr val="0000FF"/>
                </a:solidFill>
                <a:latin typeface="Consolas" panose="020B0609020204030204" pitchFamily="49" charset="0"/>
              </a:rPr>
              <a:t>this</a:t>
            </a:r>
            <a:r>
              <a:rPr lang="en-GB" sz="1400" b="1" dirty="0">
                <a:solidFill>
                  <a:srgbClr val="000000"/>
                </a:solidFill>
                <a:latin typeface="Consolas" panose="020B0609020204030204" pitchFamily="49" charset="0"/>
              </a:rPr>
              <a:t>)</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select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name</a:t>
            </a:r>
            <a:r>
              <a:rPr lang="en-GB" sz="1400" b="1" dirty="0">
                <a:solidFill>
                  <a:srgbClr val="0000FF"/>
                </a:solidFill>
                <a:latin typeface="Consolas" panose="020B0609020204030204" pitchFamily="49" charset="0"/>
              </a:rPr>
              <a:t>="drinks"&gt;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Tea</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Coffee</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Soup</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option</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select</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input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type</a:t>
            </a:r>
            <a:r>
              <a:rPr lang="en-GB" sz="1400" b="1" dirty="0">
                <a:solidFill>
                  <a:srgbClr val="0000FF"/>
                </a:solidFill>
                <a:latin typeface="Consolas" panose="020B0609020204030204" pitchFamily="49" charset="0"/>
              </a:rPr>
              <a:t>="checkbox"</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name</a:t>
            </a:r>
            <a:r>
              <a:rPr lang="en-GB" sz="1400" b="1" dirty="0">
                <a:solidFill>
                  <a:srgbClr val="0000FF"/>
                </a:solidFill>
                <a:latin typeface="Consolas" panose="020B0609020204030204" pitchFamily="49" charset="0"/>
              </a:rPr>
              <a:t>="milk"</a:t>
            </a:r>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Milk</a:t>
            </a: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input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type</a:t>
            </a:r>
            <a:r>
              <a:rPr lang="en-GB" sz="1400" b="1" dirty="0">
                <a:solidFill>
                  <a:srgbClr val="0000FF"/>
                </a:solidFill>
                <a:latin typeface="Consolas" panose="020B0609020204030204" pitchFamily="49" charset="0"/>
              </a:rPr>
              <a:t>="checkbox"</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name</a:t>
            </a:r>
            <a:r>
              <a:rPr lang="en-GB" sz="1400" b="1" dirty="0">
                <a:solidFill>
                  <a:srgbClr val="0000FF"/>
                </a:solidFill>
                <a:latin typeface="Consolas" panose="020B0609020204030204" pitchFamily="49" charset="0"/>
              </a:rPr>
              <a:t>="sugar"</a:t>
            </a:r>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/&gt;</a:t>
            </a:r>
            <a:r>
              <a:rPr lang="en-GB" sz="1400" b="1" dirty="0">
                <a:solidFill>
                  <a:srgbClr val="000000"/>
                </a:solidFill>
                <a:latin typeface="Consolas" panose="020B0609020204030204" pitchFamily="49" charset="0"/>
              </a:rPr>
              <a:t>Sugar</a:t>
            </a: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input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type</a:t>
            </a:r>
            <a:r>
              <a:rPr lang="en-GB" sz="1400" b="1" dirty="0">
                <a:solidFill>
                  <a:srgbClr val="0000FF"/>
                </a:solidFill>
                <a:latin typeface="Consolas" panose="020B0609020204030204" pitchFamily="49" charset="0"/>
              </a:rPr>
              <a:t>="submit"</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value</a:t>
            </a:r>
            <a:r>
              <a:rPr lang="en-GB" sz="1400" b="1" dirty="0">
                <a:solidFill>
                  <a:srgbClr val="0000FF"/>
                </a:solidFill>
                <a:latin typeface="Consolas" panose="020B0609020204030204" pitchFamily="49" charset="0"/>
              </a:rPr>
              <a:t>="Vend"</a:t>
            </a:r>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n-GB" sz="1400" b="1" dirty="0">
                <a:solidFill>
                  <a:srgbClr val="000000"/>
                </a:solidFill>
                <a:latin typeface="Consolas" panose="020B0609020204030204" pitchFamily="49" charset="0"/>
              </a:rPr>
              <a:t>    </a:t>
            </a:r>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form</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a:p>
            <a:r>
              <a:rPr lang="es-ES" sz="1400" b="1" dirty="0">
                <a:solidFill>
                  <a:srgbClr val="000000"/>
                </a:solidFill>
                <a:latin typeface="Consolas" panose="020B0609020204030204" pitchFamily="49" charset="0"/>
              </a:rPr>
              <a:t>    </a:t>
            </a:r>
            <a:r>
              <a:rPr lang="es-ES" sz="1400" b="1" dirty="0">
                <a:solidFill>
                  <a:srgbClr val="0000FF"/>
                </a:solidFill>
                <a:latin typeface="Consolas" panose="020B0609020204030204" pitchFamily="49" charset="0"/>
              </a:rPr>
              <a:t>&lt;</a:t>
            </a:r>
            <a:r>
              <a:rPr lang="es-ES" sz="1400" b="1" dirty="0" err="1">
                <a:solidFill>
                  <a:srgbClr val="800000"/>
                </a:solidFill>
                <a:latin typeface="Consolas" panose="020B0609020204030204" pitchFamily="49" charset="0"/>
              </a:rPr>
              <a:t>div</a:t>
            </a:r>
            <a:r>
              <a:rPr lang="es-ES" sz="1400" b="1" dirty="0">
                <a:solidFill>
                  <a:srgbClr val="000000"/>
                </a:solidFill>
                <a:latin typeface="Consolas" panose="020B0609020204030204" pitchFamily="49" charset="0"/>
              </a:rPr>
              <a:t> </a:t>
            </a:r>
            <a:r>
              <a:rPr lang="es-ES" sz="1400" b="1" dirty="0">
                <a:solidFill>
                  <a:srgbClr val="FF0000"/>
                </a:solidFill>
                <a:latin typeface="Consolas" panose="020B0609020204030204" pitchFamily="49" charset="0"/>
              </a:rPr>
              <a:t>id</a:t>
            </a:r>
            <a:r>
              <a:rPr lang="es-ES" sz="1400" b="1" dirty="0">
                <a:solidFill>
                  <a:srgbClr val="0000FF"/>
                </a:solidFill>
                <a:latin typeface="Consolas" panose="020B0609020204030204" pitchFamily="49" charset="0"/>
              </a:rPr>
              <a:t>="</a:t>
            </a:r>
            <a:r>
              <a:rPr lang="es-ES" sz="1400" b="1" dirty="0" err="1">
                <a:solidFill>
                  <a:srgbClr val="0000FF"/>
                </a:solidFill>
                <a:latin typeface="Consolas" panose="020B0609020204030204" pitchFamily="49" charset="0"/>
              </a:rPr>
              <a:t>divInfo</a:t>
            </a:r>
            <a:r>
              <a:rPr lang="es-ES" sz="1400" b="1" dirty="0">
                <a:solidFill>
                  <a:srgbClr val="0000FF"/>
                </a:solidFill>
                <a:latin typeface="Consolas" panose="020B0609020204030204" pitchFamily="49" charset="0"/>
              </a:rPr>
              <a:t>"&gt;&lt;/</a:t>
            </a:r>
            <a:r>
              <a:rPr lang="es-ES" sz="1400" b="1" dirty="0" err="1">
                <a:solidFill>
                  <a:srgbClr val="800000"/>
                </a:solidFill>
                <a:latin typeface="Consolas" panose="020B0609020204030204" pitchFamily="49" charset="0"/>
              </a:rPr>
              <a:t>div</a:t>
            </a:r>
            <a:r>
              <a:rPr lang="es-ES" sz="1400" b="1" dirty="0">
                <a:solidFill>
                  <a:srgbClr val="0000FF"/>
                </a:solidFill>
                <a:latin typeface="Consolas" panose="020B0609020204030204" pitchFamily="49" charset="0"/>
              </a:rPr>
              <a:t>&gt;</a:t>
            </a:r>
            <a:endParaRPr lang="es-ES" sz="1400" b="1" dirty="0">
              <a:solidFill>
                <a:srgbClr val="000000"/>
              </a:solidFill>
              <a:latin typeface="Consolas" panose="020B0609020204030204" pitchFamily="49" charset="0"/>
            </a:endParaRPr>
          </a:p>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body</a:t>
            </a:r>
            <a:r>
              <a:rPr lang="en-GB" sz="1400" b="1" dirty="0">
                <a:solidFill>
                  <a:srgbClr val="0000FF"/>
                </a:solidFill>
                <a:latin typeface="Consolas" panose="020B0609020204030204" pitchFamily="49" charset="0"/>
              </a:rPr>
              <a:t>&gt;</a:t>
            </a:r>
            <a:endParaRPr lang="en-GB" sz="14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4952094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E2140-24F8-DB98-BD90-9D295C538E3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771EAD1-A8C4-29AC-7F95-8D65853F77DB}"/>
              </a:ext>
            </a:extLst>
          </p:cNvPr>
          <p:cNvSpPr txBox="1"/>
          <p:nvPr/>
        </p:nvSpPr>
        <p:spPr>
          <a:xfrm>
            <a:off x="339971" y="1253328"/>
            <a:ext cx="10922210" cy="4770537"/>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600" b="1" dirty="0">
                <a:solidFill>
                  <a:srgbClr val="0000FF"/>
                </a:solidFill>
                <a:latin typeface="Consolas" panose="020B0609020204030204" pitchFamily="49" charset="0"/>
              </a:rPr>
              <a:t>&lt;</a:t>
            </a:r>
            <a:r>
              <a:rPr lang="en-GB" sz="1600" b="1" dirty="0" err="1">
                <a:solidFill>
                  <a:srgbClr val="800000"/>
                </a:solidFill>
                <a:latin typeface="Consolas" panose="020B0609020204030204" pitchFamily="49" charset="0"/>
              </a:rPr>
              <a:t>ol</a:t>
            </a:r>
            <a:r>
              <a:rPr lang="en-GB" sz="1600" b="1" dirty="0">
                <a:solidFill>
                  <a:srgbClr val="000000"/>
                </a:solidFill>
                <a:latin typeface="Consolas" panose="020B0609020204030204" pitchFamily="49" charset="0"/>
              </a:rPr>
              <a:t> </a:t>
            </a:r>
            <a:r>
              <a:rPr lang="en-GB" sz="1600" b="1" dirty="0">
                <a:solidFill>
                  <a:srgbClr val="FF0000"/>
                </a:solidFill>
                <a:latin typeface="Consolas" panose="020B0609020204030204" pitchFamily="49" charset="0"/>
              </a:rPr>
              <a:t>id</a:t>
            </a:r>
            <a:r>
              <a:rPr lang="en-GB" sz="1600" b="1" dirty="0">
                <a:solidFill>
                  <a:srgbClr val="0000FF"/>
                </a:solidFill>
                <a:latin typeface="Consolas" panose="020B0609020204030204" pitchFamily="49" charset="0"/>
              </a:rPr>
              <a:t>="names"&gt;&lt;/</a:t>
            </a:r>
            <a:r>
              <a:rPr lang="en-GB" sz="1600" b="1" dirty="0" err="1">
                <a:solidFill>
                  <a:srgbClr val="800000"/>
                </a:solidFill>
                <a:latin typeface="Consolas" panose="020B0609020204030204" pitchFamily="49" charset="0"/>
              </a:rPr>
              <a:t>ol</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students = [</a:t>
            </a:r>
            <a:r>
              <a:rPr lang="en-GB" sz="1600" b="1" dirty="0">
                <a:solidFill>
                  <a:srgbClr val="A31515"/>
                </a:solidFill>
                <a:latin typeface="Consolas" panose="020B0609020204030204" pitchFamily="49" charset="0"/>
              </a:rPr>
              <a:t>"Bayley"</a:t>
            </a:r>
            <a:r>
              <a:rPr lang="en-GB" sz="1600" b="1" dirty="0">
                <a:solidFill>
                  <a:srgbClr val="000000"/>
                </a:solidFill>
                <a:latin typeface="Consolas" panose="020B0609020204030204" pitchFamily="49" charset="0"/>
              </a:rPr>
              <a:t>, </a:t>
            </a:r>
            <a:r>
              <a:rPr lang="en-GB" sz="1600" b="1" dirty="0">
                <a:solidFill>
                  <a:srgbClr val="A31515"/>
                </a:solidFill>
                <a:latin typeface="Consolas" panose="020B0609020204030204" pitchFamily="49" charset="0"/>
              </a:rPr>
              <a:t>"Joshua"</a:t>
            </a:r>
            <a:r>
              <a:rPr lang="en-GB" sz="1600" b="1" dirty="0">
                <a:solidFill>
                  <a:srgbClr val="000000"/>
                </a:solidFill>
                <a:latin typeface="Consolas" panose="020B0609020204030204" pitchFamily="49" charset="0"/>
              </a:rPr>
              <a:t>, </a:t>
            </a:r>
            <a:r>
              <a:rPr lang="en-GB" sz="1600" b="1" dirty="0">
                <a:solidFill>
                  <a:srgbClr val="A31515"/>
                </a:solidFill>
                <a:latin typeface="Consolas" panose="020B0609020204030204" pitchFamily="49" charset="0"/>
              </a:rPr>
              <a:t>"Robert"</a:t>
            </a:r>
            <a:r>
              <a:rPr lang="en-GB" sz="1600" b="1" dirty="0">
                <a:solidFill>
                  <a:srgbClr val="000000"/>
                </a:solidFill>
                <a:latin typeface="Consolas" panose="020B0609020204030204" pitchFamily="49" charset="0"/>
              </a:rPr>
              <a:t>, </a:t>
            </a:r>
            <a:r>
              <a:rPr lang="en-GB" sz="1600" b="1" dirty="0">
                <a:solidFill>
                  <a:srgbClr val="A31515"/>
                </a:solidFill>
                <a:latin typeface="Consolas" panose="020B0609020204030204" pitchFamily="49" charset="0"/>
              </a:rPr>
              <a:t>"Joanna"</a:t>
            </a:r>
            <a:r>
              <a:rPr lang="en-GB" sz="1600" b="1" dirty="0">
                <a:solidFill>
                  <a:srgbClr val="000000"/>
                </a:solidFill>
                <a:latin typeface="Consolas" panose="020B0609020204030204" pitchFamily="49" charset="0"/>
              </a:rPr>
              <a:t>, </a:t>
            </a:r>
            <a:r>
              <a:rPr lang="en-GB" sz="1600" b="1" dirty="0">
                <a:solidFill>
                  <a:srgbClr val="A31515"/>
                </a:solidFill>
                <a:latin typeface="Consolas" panose="020B0609020204030204" pitchFamily="49" charset="0"/>
              </a:rPr>
              <a:t>"Paul"</a:t>
            </a:r>
            <a:r>
              <a:rPr lang="en-GB" sz="1600" b="1" dirty="0">
                <a:solidFill>
                  <a:srgbClr val="000000"/>
                </a:solidFill>
                <a:latin typeface="Consolas" panose="020B0609020204030204" pitchFamily="49" charset="0"/>
              </a:rPr>
              <a:t>, </a:t>
            </a:r>
            <a:r>
              <a:rPr lang="en-GB" sz="1600" b="1" dirty="0">
                <a:solidFill>
                  <a:srgbClr val="A31515"/>
                </a:solidFill>
                <a:latin typeface="Consolas" panose="020B0609020204030204" pitchFamily="49" charset="0"/>
              </a:rPr>
              <a:t>"Calum"</a:t>
            </a:r>
            <a:r>
              <a:rPr lang="en-GB" sz="1600" b="1" dirty="0">
                <a:solidFill>
                  <a:srgbClr val="000000"/>
                </a:solidFill>
                <a:latin typeface="Consolas" panose="020B0609020204030204" pitchFamily="49" charset="0"/>
              </a:rPr>
              <a:t>];</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let</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olNames</a:t>
            </a:r>
            <a:r>
              <a:rPr lang="en-GB" sz="1600" b="1" dirty="0">
                <a:solidFill>
                  <a:srgbClr val="000000"/>
                </a:solidFill>
                <a:latin typeface="Consolas" panose="020B0609020204030204" pitchFamily="49" charset="0"/>
              </a:rPr>
              <a:t> = </a:t>
            </a:r>
            <a:r>
              <a:rPr lang="en-GB" sz="1600" b="1" dirty="0" err="1">
                <a:solidFill>
                  <a:srgbClr val="000000"/>
                </a:solidFill>
                <a:latin typeface="Consolas" panose="020B0609020204030204" pitchFamily="49" charset="0"/>
              </a:rPr>
              <a:t>document.getElementById</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'names'</a:t>
            </a:r>
            <a:r>
              <a:rPr lang="en-GB" sz="1600" b="1" dirty="0">
                <a:solidFill>
                  <a:srgbClr val="000000"/>
                </a:solidFill>
                <a:latin typeface="Consolas" panose="020B0609020204030204" pitchFamily="49" charset="0"/>
              </a:rPr>
              <a:t>);</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for</a:t>
            </a:r>
            <a:r>
              <a:rPr lang="en-GB" sz="1600" b="1" dirty="0">
                <a:solidFill>
                  <a:srgbClr val="000000"/>
                </a:solidFill>
                <a:latin typeface="Consolas" panose="020B0609020204030204" pitchFamily="49" charset="0"/>
              </a:rPr>
              <a:t>(</a:t>
            </a:r>
            <a:r>
              <a:rPr lang="en-GB" sz="1600" b="1" dirty="0" err="1">
                <a:solidFill>
                  <a:srgbClr val="0000FF"/>
                </a:solidFill>
                <a:latin typeface="Consolas" panose="020B0609020204030204" pitchFamily="49" charset="0"/>
              </a:rPr>
              <a:t>const</a:t>
            </a:r>
            <a:r>
              <a:rPr lang="en-GB" sz="1600" b="1" dirty="0">
                <a:solidFill>
                  <a:srgbClr val="000000"/>
                </a:solidFill>
                <a:latin typeface="Consolas" panose="020B0609020204030204" pitchFamily="49" charset="0"/>
              </a:rPr>
              <a:t> student </a:t>
            </a:r>
            <a:r>
              <a:rPr lang="en-GB" sz="1600" b="1" dirty="0">
                <a:solidFill>
                  <a:srgbClr val="0000FF"/>
                </a:solidFill>
                <a:latin typeface="Consolas" panose="020B0609020204030204" pitchFamily="49" charset="0"/>
              </a:rPr>
              <a:t>of</a:t>
            </a:r>
            <a:r>
              <a:rPr lang="en-GB" sz="1600" b="1" dirty="0">
                <a:solidFill>
                  <a:srgbClr val="000000"/>
                </a:solidFill>
                <a:latin typeface="Consolas" panose="020B0609020204030204" pitchFamily="49" charset="0"/>
              </a:rPr>
              <a:t> students){</a:t>
            </a:r>
          </a:p>
          <a:p>
            <a:r>
              <a:rPr lang="it-IT" sz="1600" b="1" dirty="0">
                <a:solidFill>
                  <a:srgbClr val="000000"/>
                </a:solidFill>
                <a:latin typeface="Consolas" panose="020B0609020204030204" pitchFamily="49" charset="0"/>
              </a:rPr>
              <a:t>        </a:t>
            </a:r>
            <a:r>
              <a:rPr lang="it-IT" sz="1600" b="1" dirty="0">
                <a:solidFill>
                  <a:srgbClr val="0000FF"/>
                </a:solidFill>
                <a:latin typeface="Consolas" panose="020B0609020204030204" pitchFamily="49" charset="0"/>
              </a:rPr>
              <a:t>let</a:t>
            </a:r>
            <a:r>
              <a:rPr lang="it-IT" sz="1600" b="1" dirty="0">
                <a:solidFill>
                  <a:srgbClr val="000000"/>
                </a:solidFill>
                <a:latin typeface="Consolas" panose="020B0609020204030204" pitchFamily="49" charset="0"/>
              </a:rPr>
              <a:t> li = document.createElement(</a:t>
            </a:r>
            <a:r>
              <a:rPr lang="it-IT" sz="1600" b="1" dirty="0">
                <a:solidFill>
                  <a:srgbClr val="A31515"/>
                </a:solidFill>
                <a:latin typeface="Consolas" panose="020B0609020204030204" pitchFamily="49" charset="0"/>
              </a:rPr>
              <a:t>'li'</a:t>
            </a:r>
            <a:r>
              <a:rPr lang="it-IT"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li.innerHTML</a:t>
            </a:r>
            <a:r>
              <a:rPr lang="en-GB" sz="1600" b="1" dirty="0">
                <a:solidFill>
                  <a:srgbClr val="000000"/>
                </a:solidFill>
                <a:latin typeface="Consolas" panose="020B0609020204030204" pitchFamily="49" charset="0"/>
              </a:rPr>
              <a:t> = student;</a:t>
            </a:r>
          </a:p>
          <a:p>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olNames.appendChild</a:t>
            </a:r>
            <a:r>
              <a:rPr lang="en-GB" sz="1600" b="1" dirty="0">
                <a:solidFill>
                  <a:srgbClr val="000000"/>
                </a:solidFill>
                <a:latin typeface="Consolas" panose="020B0609020204030204" pitchFamily="49" charset="0"/>
              </a:rPr>
              <a:t>(li);</a:t>
            </a:r>
          </a:p>
          <a:p>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li.addEventListener</a:t>
            </a:r>
            <a:r>
              <a:rPr lang="en-GB" sz="1600" b="1" dirty="0">
                <a:solidFill>
                  <a:srgbClr val="000000"/>
                </a:solidFill>
                <a:latin typeface="Consolas" panose="020B0609020204030204" pitchFamily="49" charset="0"/>
              </a:rPr>
              <a:t>(</a:t>
            </a:r>
            <a:r>
              <a:rPr lang="en-GB" sz="1600" b="1" dirty="0">
                <a:solidFill>
                  <a:srgbClr val="A31515"/>
                </a:solidFill>
                <a:latin typeface="Consolas" panose="020B0609020204030204" pitchFamily="49" charset="0"/>
              </a:rPr>
              <a:t>'click'</a:t>
            </a:r>
            <a:r>
              <a:rPr lang="en-GB" sz="1600" b="1" dirty="0">
                <a:solidFill>
                  <a:srgbClr val="000000"/>
                </a:solidFill>
                <a:latin typeface="Consolas" panose="020B0609020204030204" pitchFamily="49" charset="0"/>
              </a:rPr>
              <a:t>, () =&gt; { alert(student) });       </a:t>
            </a:r>
            <a:r>
              <a:rPr lang="en-GB" sz="1600" b="1" dirty="0">
                <a:solidFill>
                  <a:srgbClr val="008000"/>
                </a:solidFill>
                <a:latin typeface="Consolas" panose="020B0609020204030204" pitchFamily="49" charset="0"/>
              </a:rPr>
              <a:t>// OR</a:t>
            </a:r>
          </a:p>
          <a:p>
            <a:r>
              <a:rPr lang="sv-SE" sz="1600" b="1" dirty="0">
                <a:solidFill>
                  <a:srgbClr val="000000"/>
                </a:solidFill>
                <a:latin typeface="Consolas" panose="020B0609020204030204" pitchFamily="49" charset="0"/>
              </a:rPr>
              <a:t>        li.addEventListener(</a:t>
            </a:r>
            <a:r>
              <a:rPr lang="sv-SE" sz="1600" b="1" dirty="0">
                <a:solidFill>
                  <a:srgbClr val="A31515"/>
                </a:solidFill>
                <a:latin typeface="Consolas" panose="020B0609020204030204" pitchFamily="49" charset="0"/>
              </a:rPr>
              <a:t>'click'</a:t>
            </a:r>
            <a:r>
              <a:rPr lang="sv-SE" sz="1600" b="1" dirty="0">
                <a:solidFill>
                  <a:srgbClr val="000000"/>
                </a:solidFill>
                <a:latin typeface="Consolas" panose="020B0609020204030204" pitchFamily="49" charset="0"/>
              </a:rPr>
              <a:t>, () =&gt; studentClicked(student) );</a:t>
            </a:r>
          </a:p>
          <a:p>
            <a:r>
              <a:rPr lang="en-GB" sz="1600" b="1" dirty="0">
                <a:solidFill>
                  <a:srgbClr val="000000"/>
                </a:solidFill>
                <a:latin typeface="Consolas" panose="020B0609020204030204" pitchFamily="49" charset="0"/>
              </a:rPr>
              <a:t>    }</a:t>
            </a:r>
          </a:p>
          <a:p>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function</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studentClicked</a:t>
            </a:r>
            <a:r>
              <a:rPr lang="en-GB" sz="1600" b="1" dirty="0">
                <a:solidFill>
                  <a:srgbClr val="000000"/>
                </a:solidFill>
                <a:latin typeface="Consolas" panose="020B0609020204030204" pitchFamily="49" charset="0"/>
              </a:rPr>
              <a:t>(student) {</a:t>
            </a:r>
          </a:p>
          <a:p>
            <a:r>
              <a:rPr lang="en-GB" sz="1600" b="1" dirty="0">
                <a:solidFill>
                  <a:srgbClr val="000000"/>
                </a:solidFill>
                <a:latin typeface="Consolas" panose="020B0609020204030204" pitchFamily="49" charset="0"/>
              </a:rPr>
              <a:t>        alert(student);</a:t>
            </a:r>
          </a:p>
          <a:p>
            <a:r>
              <a:rPr lang="en-GB" sz="1600" b="1" dirty="0">
                <a:solidFill>
                  <a:srgbClr val="000000"/>
                </a:solidFill>
                <a:latin typeface="Consolas" panose="020B0609020204030204" pitchFamily="49" charset="0"/>
              </a:rPr>
              <a:t>    }</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p:txBody>
      </p:sp>
      <p:sp>
        <p:nvSpPr>
          <p:cNvPr id="2" name="Slide Number Placeholder 1">
            <a:extLst>
              <a:ext uri="{FF2B5EF4-FFF2-40B4-BE49-F238E27FC236}">
                <a16:creationId xmlns:a16="http://schemas.microsoft.com/office/drawing/2014/main" id="{EFB9D1D4-C3E8-8A0E-58BC-258AC1FE3DF5}"/>
              </a:ext>
            </a:extLst>
          </p:cNvPr>
          <p:cNvSpPr>
            <a:spLocks noGrp="1"/>
          </p:cNvSpPr>
          <p:nvPr>
            <p:ph type="sldNum" sz="quarter" idx="4"/>
          </p:nvPr>
        </p:nvSpPr>
        <p:spPr/>
        <p:txBody>
          <a:bodyPr/>
          <a:lstStyle/>
          <a:p>
            <a:fld id="{EF892D59-8F09-EF4B-AD6D-DA609442F868}" type="slidenum">
              <a:rPr lang="en-GB" smtClean="0"/>
              <a:pPr/>
              <a:t>8</a:t>
            </a:fld>
            <a:endParaRPr lang="en-GB" dirty="0"/>
          </a:p>
        </p:txBody>
      </p:sp>
      <p:sp>
        <p:nvSpPr>
          <p:cNvPr id="3" name="Title 2">
            <a:extLst>
              <a:ext uri="{FF2B5EF4-FFF2-40B4-BE49-F238E27FC236}">
                <a16:creationId xmlns:a16="http://schemas.microsoft.com/office/drawing/2014/main" id="{45AFBD58-9A5D-B027-F108-50F5DDF7BA98}"/>
              </a:ext>
            </a:extLst>
          </p:cNvPr>
          <p:cNvSpPr>
            <a:spLocks noGrp="1"/>
          </p:cNvSpPr>
          <p:nvPr>
            <p:ph type="title"/>
          </p:nvPr>
        </p:nvSpPr>
        <p:spPr/>
        <p:txBody>
          <a:bodyPr/>
          <a:lstStyle/>
          <a:p>
            <a:r>
              <a:rPr lang="en-GB" dirty="0"/>
              <a:t>Adding events dynamically</a:t>
            </a:r>
          </a:p>
        </p:txBody>
      </p:sp>
      <p:sp>
        <p:nvSpPr>
          <p:cNvPr id="8" name="TextBox 7">
            <a:extLst>
              <a:ext uri="{FF2B5EF4-FFF2-40B4-BE49-F238E27FC236}">
                <a16:creationId xmlns:a16="http://schemas.microsoft.com/office/drawing/2014/main" id="{C19357D9-D762-E8C9-3506-2AE11EDFCBD1}"/>
              </a:ext>
            </a:extLst>
          </p:cNvPr>
          <p:cNvSpPr txBox="1"/>
          <p:nvPr/>
        </p:nvSpPr>
        <p:spPr>
          <a:xfrm>
            <a:off x="10347566" y="4522445"/>
            <a:ext cx="1537519" cy="1569660"/>
          </a:xfrm>
          <a:prstGeom prst="rect">
            <a:avLst/>
          </a:prstGeom>
          <a:solidFill>
            <a:schemeClr val="tx1">
              <a:lumMod val="10000"/>
              <a:lumOff val="90000"/>
            </a:schemeClr>
          </a:solidFill>
          <a:effectLst>
            <a:outerShdw blurRad="50800" dist="38100" algn="l" rotWithShape="0">
              <a:prstClr val="black">
                <a:alpha val="40000"/>
              </a:prstClr>
            </a:outerShdw>
          </a:effectLst>
        </p:spPr>
        <p:txBody>
          <a:bodyPr wrap="square">
            <a:spAutoFit/>
          </a:bodyPr>
          <a:lstStyle/>
          <a:p>
            <a:pPr algn="l">
              <a:buFont typeface="+mj-lt"/>
              <a:buAutoNum type="arabicPeriod"/>
            </a:pPr>
            <a:r>
              <a:rPr lang="en-GB" sz="1600" b="0" i="0" dirty="0">
                <a:solidFill>
                  <a:srgbClr val="000000"/>
                </a:solidFill>
                <a:effectLst/>
                <a:latin typeface="Times New Roman" panose="02020603050405020304" pitchFamily="18" charset="0"/>
              </a:rPr>
              <a:t>Bayley</a:t>
            </a:r>
          </a:p>
          <a:p>
            <a:pPr algn="l">
              <a:buFont typeface="+mj-lt"/>
              <a:buAutoNum type="arabicPeriod"/>
            </a:pPr>
            <a:r>
              <a:rPr lang="en-GB" sz="1600" b="0" i="0" dirty="0">
                <a:solidFill>
                  <a:srgbClr val="000000"/>
                </a:solidFill>
                <a:effectLst/>
                <a:latin typeface="Times New Roman" panose="02020603050405020304" pitchFamily="18" charset="0"/>
              </a:rPr>
              <a:t>Joshua</a:t>
            </a:r>
          </a:p>
          <a:p>
            <a:pPr algn="l">
              <a:buFont typeface="+mj-lt"/>
              <a:buAutoNum type="arabicPeriod"/>
            </a:pPr>
            <a:r>
              <a:rPr lang="en-GB" sz="1600" b="0" i="0" dirty="0">
                <a:solidFill>
                  <a:srgbClr val="000000"/>
                </a:solidFill>
                <a:effectLst/>
                <a:latin typeface="Times New Roman" panose="02020603050405020304" pitchFamily="18" charset="0"/>
              </a:rPr>
              <a:t>Robert</a:t>
            </a:r>
          </a:p>
          <a:p>
            <a:pPr algn="l">
              <a:buFont typeface="+mj-lt"/>
              <a:buAutoNum type="arabicPeriod"/>
            </a:pPr>
            <a:r>
              <a:rPr lang="en-GB" sz="1600" b="0" i="0" dirty="0">
                <a:solidFill>
                  <a:srgbClr val="000000"/>
                </a:solidFill>
                <a:effectLst/>
                <a:latin typeface="Times New Roman" panose="02020603050405020304" pitchFamily="18" charset="0"/>
              </a:rPr>
              <a:t>Joanna</a:t>
            </a:r>
          </a:p>
          <a:p>
            <a:pPr algn="l">
              <a:buFont typeface="+mj-lt"/>
              <a:buAutoNum type="arabicPeriod"/>
            </a:pPr>
            <a:r>
              <a:rPr lang="en-GB" sz="1600" b="0" i="0" dirty="0">
                <a:solidFill>
                  <a:srgbClr val="000000"/>
                </a:solidFill>
                <a:effectLst/>
                <a:latin typeface="Times New Roman" panose="02020603050405020304" pitchFamily="18" charset="0"/>
              </a:rPr>
              <a:t>Paul</a:t>
            </a:r>
          </a:p>
          <a:p>
            <a:pPr algn="l">
              <a:buFont typeface="+mj-lt"/>
              <a:buAutoNum type="arabicPeriod"/>
            </a:pPr>
            <a:r>
              <a:rPr lang="en-GB" sz="1600" b="0" i="0" dirty="0">
                <a:solidFill>
                  <a:srgbClr val="000000"/>
                </a:solidFill>
                <a:effectLst/>
                <a:latin typeface="Times New Roman" panose="02020603050405020304" pitchFamily="18" charset="0"/>
              </a:rPr>
              <a:t>Calum</a:t>
            </a:r>
          </a:p>
        </p:txBody>
      </p:sp>
      <p:sp>
        <p:nvSpPr>
          <p:cNvPr id="5" name="TextBox 4">
            <a:extLst>
              <a:ext uri="{FF2B5EF4-FFF2-40B4-BE49-F238E27FC236}">
                <a16:creationId xmlns:a16="http://schemas.microsoft.com/office/drawing/2014/main" id="{A7880293-ADA3-1699-36AF-F3821177F872}"/>
              </a:ext>
            </a:extLst>
          </p:cNvPr>
          <p:cNvSpPr txBox="1"/>
          <p:nvPr/>
        </p:nvSpPr>
        <p:spPr>
          <a:xfrm>
            <a:off x="9505708" y="2351083"/>
            <a:ext cx="2352081" cy="2062103"/>
          </a:xfrm>
          <a:prstGeom prst="rect">
            <a:avLst/>
          </a:prstGeom>
          <a:solidFill>
            <a:schemeClr val="bg2">
              <a:lumMod val="95000"/>
            </a:schemeClr>
          </a:solidFill>
          <a:ln>
            <a:solidFill>
              <a:schemeClr val="bg1">
                <a:lumMod val="95000"/>
              </a:schemeClr>
            </a:solidFill>
          </a:ln>
          <a:effectLst>
            <a:outerShdw blurRad="50800" dist="38100" algn="l" rotWithShape="0">
              <a:prstClr val="black">
                <a:alpha val="40000"/>
              </a:prstClr>
            </a:outerShdw>
          </a:effectLst>
        </p:spPr>
        <p:txBody>
          <a:bodyPr wrap="square">
            <a:spAutoFit/>
          </a:bodyPr>
          <a:lstStyle/>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Bayley</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Joshua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Robert</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Joanna</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Paul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00"/>
                </a:solidFill>
                <a:latin typeface="Consolas" panose="020B0609020204030204" pitchFamily="49" charset="0"/>
              </a:rPr>
              <a:t>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r>
              <a:rPr lang="en-GB" sz="1600" b="1">
                <a:solidFill>
                  <a:srgbClr val="000000"/>
                </a:solidFill>
                <a:latin typeface="Consolas" panose="020B0609020204030204" pitchFamily="49" charset="0"/>
              </a:rPr>
              <a:t>Calum </a:t>
            </a:r>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li</a:t>
            </a:r>
            <a:r>
              <a:rPr lang="en-GB" sz="1600" b="1">
                <a:solidFill>
                  <a:srgbClr val="0000FF"/>
                </a:solidFill>
                <a:latin typeface="Consolas" panose="020B0609020204030204" pitchFamily="49" charset="0"/>
              </a:rPr>
              <a:t>&gt;</a:t>
            </a:r>
            <a:endParaRPr lang="en-GB" sz="1600" b="1">
              <a:solidFill>
                <a:srgbClr val="000000"/>
              </a:solidFill>
              <a:latin typeface="Consolas" panose="020B0609020204030204" pitchFamily="49" charset="0"/>
            </a:endParaRPr>
          </a:p>
          <a:p>
            <a:r>
              <a:rPr lang="en-GB" sz="1600" b="1">
                <a:solidFill>
                  <a:srgbClr val="0000FF"/>
                </a:solidFill>
                <a:latin typeface="Consolas" panose="020B0609020204030204" pitchFamily="49" charset="0"/>
              </a:rPr>
              <a:t>&lt;/</a:t>
            </a:r>
            <a:r>
              <a:rPr lang="en-GB" sz="1600" b="1">
                <a:solidFill>
                  <a:srgbClr val="800000"/>
                </a:solidFill>
                <a:latin typeface="Consolas" panose="020B0609020204030204" pitchFamily="49" charset="0"/>
              </a:rPr>
              <a:t>ol</a:t>
            </a:r>
            <a:r>
              <a:rPr lang="en-GB" sz="1600" b="1">
                <a:solidFill>
                  <a:srgbClr val="0000FF"/>
                </a:solidFill>
                <a:latin typeface="Consolas" panose="020B0609020204030204" pitchFamily="49" charset="0"/>
              </a:rPr>
              <a:t>&gt;</a:t>
            </a:r>
            <a:endParaRPr lang="en-GB" sz="1600" b="1" dirty="0"/>
          </a:p>
        </p:txBody>
      </p:sp>
    </p:spTree>
    <p:extLst>
      <p:ext uri="{BB962C8B-B14F-4D97-AF65-F5344CB8AC3E}">
        <p14:creationId xmlns:p14="http://schemas.microsoft.com/office/powerpoint/2010/main" val="10783380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5E514-BC36-6CF9-369C-DCF578A13B0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BB9B34C4-2FC0-F016-17BC-EEFC3CBCCB8E}"/>
              </a:ext>
            </a:extLst>
          </p:cNvPr>
          <p:cNvSpPr txBox="1"/>
          <p:nvPr/>
        </p:nvSpPr>
        <p:spPr>
          <a:xfrm>
            <a:off x="532806" y="1288096"/>
            <a:ext cx="9375469" cy="4801314"/>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select</a:t>
            </a:r>
            <a:r>
              <a:rPr lang="en-GB" sz="1800" b="1" dirty="0">
                <a:solidFill>
                  <a:srgbClr val="000000"/>
                </a:solidFill>
                <a:latin typeface="Consolas" panose="020B0609020204030204" pitchFamily="49" charset="0"/>
              </a:rPr>
              <a:t> </a:t>
            </a:r>
            <a:r>
              <a:rPr lang="en-GB" sz="1800" b="1" dirty="0">
                <a:solidFill>
                  <a:srgbClr val="FF0000"/>
                </a:solidFill>
                <a:latin typeface="Consolas" panose="020B0609020204030204" pitchFamily="49" charset="0"/>
              </a:rPr>
              <a:t>id</a:t>
            </a:r>
            <a:r>
              <a:rPr lang="en-GB" sz="1800" b="1" dirty="0">
                <a:solidFill>
                  <a:srgbClr val="0000FF"/>
                </a:solidFill>
                <a:latin typeface="Consolas" panose="020B0609020204030204" pitchFamily="49" charset="0"/>
              </a:rPr>
              <a:t>="names"&gt;&lt;/</a:t>
            </a:r>
            <a:r>
              <a:rPr lang="en-GB" sz="1800" b="1" dirty="0">
                <a:solidFill>
                  <a:srgbClr val="800000"/>
                </a:solidFill>
                <a:latin typeface="Consolas" panose="020B0609020204030204" pitchFamily="49" charset="0"/>
              </a:rPr>
              <a:t>select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students = [</a:t>
            </a:r>
            <a:r>
              <a:rPr lang="en-GB" sz="1800" b="1" dirty="0">
                <a:solidFill>
                  <a:srgbClr val="A31515"/>
                </a:solidFill>
                <a:latin typeface="Consolas" panose="020B0609020204030204" pitchFamily="49" charset="0"/>
              </a:rPr>
              <a:t>"Bayley"</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"Joshua"</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"Robert"</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"Joanna"</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"Paul"</a:t>
            </a:r>
            <a:r>
              <a:rPr lang="en-GB" sz="1800" b="1" dirty="0">
                <a:solidFill>
                  <a:srgbClr val="000000"/>
                </a:solidFill>
                <a:latin typeface="Consolas" panose="020B0609020204030204" pitchFamily="49" charset="0"/>
              </a:rPr>
              <a:t>, </a:t>
            </a:r>
            <a:r>
              <a:rPr lang="en-GB" sz="1800" b="1" dirty="0">
                <a:solidFill>
                  <a:srgbClr val="A31515"/>
                </a:solidFill>
                <a:latin typeface="Consolas" panose="020B0609020204030204" pitchFamily="49" charset="0"/>
              </a:rPr>
              <a:t>"Calum"</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selNames</a:t>
            </a:r>
            <a:r>
              <a:rPr lang="en-GB" sz="1800" b="1" dirty="0">
                <a:solidFill>
                  <a:srgbClr val="000000"/>
                </a:solidFill>
                <a:latin typeface="Consolas" panose="020B0609020204030204" pitchFamily="49" charset="0"/>
              </a:rPr>
              <a:t> = </a:t>
            </a:r>
            <a:r>
              <a:rPr lang="en-GB" sz="1800" b="1" dirty="0" err="1">
                <a:solidFill>
                  <a:srgbClr val="000000"/>
                </a:solidFill>
                <a:latin typeface="Consolas" panose="020B0609020204030204" pitchFamily="49" charset="0"/>
              </a:rPr>
              <a:t>document.getElementById</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'names'</a:t>
            </a:r>
            <a:r>
              <a:rPr lang="en-GB" sz="1800" b="1" dirty="0">
                <a:solidFill>
                  <a:srgbClr val="000000"/>
                </a:solidFill>
                <a:latin typeface="Consolas" panose="020B0609020204030204" pitchFamily="49" charset="0"/>
              </a:rPr>
              <a:t>);</a:t>
            </a:r>
          </a:p>
          <a:p>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for</a:t>
            </a:r>
            <a:r>
              <a:rPr lang="en-GB" sz="1800" b="1" dirty="0">
                <a:solidFill>
                  <a:srgbClr val="000000"/>
                </a:solidFill>
                <a:latin typeface="Consolas" panose="020B0609020204030204" pitchFamily="49" charset="0"/>
              </a:rPr>
              <a:t>(</a:t>
            </a:r>
            <a:r>
              <a:rPr lang="en-GB" sz="1800" b="1" dirty="0" err="1">
                <a:solidFill>
                  <a:srgbClr val="0000FF"/>
                </a:solidFill>
                <a:latin typeface="Consolas" panose="020B0609020204030204" pitchFamily="49" charset="0"/>
              </a:rPr>
              <a:t>const</a:t>
            </a:r>
            <a:r>
              <a:rPr lang="en-GB" sz="1800" b="1" dirty="0">
                <a:solidFill>
                  <a:srgbClr val="000000"/>
                </a:solidFill>
                <a:latin typeface="Consolas" panose="020B0609020204030204" pitchFamily="49" charset="0"/>
              </a:rPr>
              <a:t> student </a:t>
            </a:r>
            <a:r>
              <a:rPr lang="en-GB" sz="1800" b="1" dirty="0">
                <a:solidFill>
                  <a:srgbClr val="0000FF"/>
                </a:solidFill>
                <a:latin typeface="Consolas" panose="020B0609020204030204" pitchFamily="49" charset="0"/>
              </a:rPr>
              <a:t>of</a:t>
            </a:r>
            <a:r>
              <a:rPr lang="en-GB" sz="1800" b="1" dirty="0">
                <a:solidFill>
                  <a:srgbClr val="000000"/>
                </a:solidFill>
                <a:latin typeface="Consolas" panose="020B0609020204030204" pitchFamily="49" charset="0"/>
              </a:rPr>
              <a:t> students){</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let</a:t>
            </a:r>
            <a:r>
              <a:rPr lang="en-GB" sz="1800" b="1" dirty="0">
                <a:solidFill>
                  <a:srgbClr val="000000"/>
                </a:solidFill>
                <a:latin typeface="Consolas" panose="020B0609020204030204" pitchFamily="49" charset="0"/>
              </a:rPr>
              <a:t> op = </a:t>
            </a:r>
            <a:r>
              <a:rPr lang="en-GB" sz="1800" b="1" dirty="0" err="1">
                <a:solidFill>
                  <a:srgbClr val="000000"/>
                </a:solidFill>
                <a:latin typeface="Consolas" panose="020B0609020204030204" pitchFamily="49" charset="0"/>
              </a:rPr>
              <a:t>document.createElement</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'option'</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op.innerHTML</a:t>
            </a:r>
            <a:r>
              <a:rPr lang="en-GB" sz="1800" b="1" dirty="0">
                <a:solidFill>
                  <a:srgbClr val="000000"/>
                </a:solidFill>
                <a:latin typeface="Consolas" panose="020B0609020204030204" pitchFamily="49" charset="0"/>
              </a:rPr>
              <a:t> = student;</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selNames.appendChild</a:t>
            </a:r>
            <a:r>
              <a:rPr lang="en-GB" sz="1800" b="1" dirty="0">
                <a:solidFill>
                  <a:srgbClr val="000000"/>
                </a:solidFill>
                <a:latin typeface="Consolas" panose="020B0609020204030204" pitchFamily="49" charset="0"/>
              </a:rPr>
              <a:t>(op);</a:t>
            </a:r>
          </a:p>
          <a:p>
            <a:r>
              <a:rPr lang="en-GB" sz="1800" b="1" dirty="0">
                <a:solidFill>
                  <a:srgbClr val="000000"/>
                </a:solidFill>
                <a:latin typeface="Consolas" panose="020B0609020204030204" pitchFamily="49" charset="0"/>
              </a:rPr>
              <a:t>    }</a:t>
            </a:r>
          </a:p>
          <a:p>
            <a:r>
              <a:rPr lang="en-GB" sz="1800" b="1" dirty="0">
                <a:solidFill>
                  <a:srgbClr val="000000"/>
                </a:solidFill>
                <a:latin typeface="Consolas" panose="020B0609020204030204" pitchFamily="49" charset="0"/>
              </a:rPr>
              <a:t>    </a:t>
            </a:r>
            <a:r>
              <a:rPr lang="en-GB" sz="1800" b="1" dirty="0" err="1">
                <a:solidFill>
                  <a:srgbClr val="000000"/>
                </a:solidFill>
                <a:latin typeface="Consolas" panose="020B0609020204030204" pitchFamily="49" charset="0"/>
              </a:rPr>
              <a:t>selNames.addEventListener</a:t>
            </a:r>
            <a:r>
              <a:rPr lang="en-GB" sz="1800" b="1" dirty="0">
                <a:solidFill>
                  <a:srgbClr val="000000"/>
                </a:solidFill>
                <a:latin typeface="Consolas" panose="020B0609020204030204" pitchFamily="49" charset="0"/>
              </a:rPr>
              <a:t>(</a:t>
            </a:r>
            <a:r>
              <a:rPr lang="en-GB" sz="1800" b="1" dirty="0">
                <a:solidFill>
                  <a:srgbClr val="A31515"/>
                </a:solidFill>
                <a:latin typeface="Consolas" panose="020B0609020204030204" pitchFamily="49" charset="0"/>
              </a:rPr>
              <a:t>'change'</a:t>
            </a:r>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function</a:t>
            </a:r>
            <a:r>
              <a:rPr lang="en-GB" sz="1800" b="1" dirty="0">
                <a:solidFill>
                  <a:srgbClr val="000000"/>
                </a:solidFill>
                <a:latin typeface="Consolas" panose="020B0609020204030204" pitchFamily="49" charset="0"/>
              </a:rPr>
              <a:t> () {</a:t>
            </a:r>
          </a:p>
          <a:p>
            <a:r>
              <a:rPr lang="en-GB" sz="1800" b="1" dirty="0">
                <a:solidFill>
                  <a:srgbClr val="000000"/>
                </a:solidFill>
                <a:latin typeface="Consolas" panose="020B0609020204030204" pitchFamily="49" charset="0"/>
              </a:rPr>
              <a:t>        alert(</a:t>
            </a:r>
            <a:r>
              <a:rPr lang="en-GB" sz="1800" b="1" dirty="0" err="1">
                <a:solidFill>
                  <a:srgbClr val="0000FF"/>
                </a:solidFill>
                <a:latin typeface="Consolas" panose="020B0609020204030204" pitchFamily="49" charset="0"/>
              </a:rPr>
              <a:t>this</a:t>
            </a:r>
            <a:r>
              <a:rPr lang="en-GB" sz="1800" b="1" dirty="0" err="1">
                <a:solidFill>
                  <a:srgbClr val="000000"/>
                </a:solidFill>
                <a:latin typeface="Consolas" panose="020B0609020204030204" pitchFamily="49" charset="0"/>
              </a:rPr>
              <a:t>.value</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alert(</a:t>
            </a:r>
            <a:r>
              <a:rPr lang="en-GB" sz="1800" b="1" dirty="0" err="1">
                <a:solidFill>
                  <a:srgbClr val="0000FF"/>
                </a:solidFill>
                <a:latin typeface="Consolas" panose="020B0609020204030204" pitchFamily="49" charset="0"/>
              </a:rPr>
              <a:t>this</a:t>
            </a:r>
            <a:r>
              <a:rPr lang="en-GB" sz="1800" b="1" dirty="0" err="1">
                <a:solidFill>
                  <a:srgbClr val="000000"/>
                </a:solidFill>
                <a:latin typeface="Consolas" panose="020B0609020204030204" pitchFamily="49" charset="0"/>
              </a:rPr>
              <a:t>.selectedIndex</a:t>
            </a:r>
            <a:r>
              <a:rPr lang="en-GB" sz="1800" b="1" dirty="0">
                <a:solidFill>
                  <a:srgbClr val="000000"/>
                </a:solidFill>
                <a:latin typeface="Consolas" panose="020B0609020204030204" pitchFamily="49" charset="0"/>
              </a:rPr>
              <a:t>);</a:t>
            </a:r>
          </a:p>
          <a:p>
            <a:r>
              <a:rPr lang="en-GB" sz="1800" b="1" dirty="0">
                <a:solidFill>
                  <a:srgbClr val="000000"/>
                </a:solidFill>
                <a:latin typeface="Consolas" panose="020B0609020204030204" pitchFamily="49" charset="0"/>
              </a:rPr>
              <a:t>    });</a:t>
            </a:r>
          </a:p>
          <a:p>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script</a:t>
            </a:r>
            <a:r>
              <a:rPr lang="en-GB" sz="1800" b="1" dirty="0">
                <a:solidFill>
                  <a:srgbClr val="0000FF"/>
                </a:solidFill>
                <a:latin typeface="Consolas" panose="020B0609020204030204" pitchFamily="49" charset="0"/>
              </a:rPr>
              <a:t>&gt;</a:t>
            </a:r>
            <a:endParaRPr lang="en-GB" b="1" dirty="0"/>
          </a:p>
        </p:txBody>
      </p:sp>
      <p:sp>
        <p:nvSpPr>
          <p:cNvPr id="2" name="Slide Number Placeholder 1">
            <a:extLst>
              <a:ext uri="{FF2B5EF4-FFF2-40B4-BE49-F238E27FC236}">
                <a16:creationId xmlns:a16="http://schemas.microsoft.com/office/drawing/2014/main" id="{691C4084-57ED-1143-83D5-A8F3AF83BA0D}"/>
              </a:ext>
            </a:extLst>
          </p:cNvPr>
          <p:cNvSpPr>
            <a:spLocks noGrp="1"/>
          </p:cNvSpPr>
          <p:nvPr>
            <p:ph type="sldNum" sz="quarter" idx="4"/>
          </p:nvPr>
        </p:nvSpPr>
        <p:spPr/>
        <p:txBody>
          <a:bodyPr/>
          <a:lstStyle/>
          <a:p>
            <a:fld id="{EF892D59-8F09-EF4B-AD6D-DA609442F868}" type="slidenum">
              <a:rPr lang="en-GB" smtClean="0"/>
              <a:pPr/>
              <a:t>9</a:t>
            </a:fld>
            <a:endParaRPr lang="en-GB" dirty="0"/>
          </a:p>
        </p:txBody>
      </p:sp>
      <p:sp>
        <p:nvSpPr>
          <p:cNvPr id="3" name="Title 2">
            <a:extLst>
              <a:ext uri="{FF2B5EF4-FFF2-40B4-BE49-F238E27FC236}">
                <a16:creationId xmlns:a16="http://schemas.microsoft.com/office/drawing/2014/main" id="{D04CE558-CFAA-89F2-BA95-7DF3627CB4DA}"/>
              </a:ext>
            </a:extLst>
          </p:cNvPr>
          <p:cNvSpPr>
            <a:spLocks noGrp="1"/>
          </p:cNvSpPr>
          <p:nvPr>
            <p:ph type="title"/>
          </p:nvPr>
        </p:nvSpPr>
        <p:spPr/>
        <p:txBody>
          <a:bodyPr/>
          <a:lstStyle/>
          <a:p>
            <a:r>
              <a:rPr lang="en-GB" dirty="0"/>
              <a:t>Dynamic events - another example</a:t>
            </a:r>
          </a:p>
        </p:txBody>
      </p:sp>
      <p:pic>
        <p:nvPicPr>
          <p:cNvPr id="9" name="Picture 8">
            <a:extLst>
              <a:ext uri="{FF2B5EF4-FFF2-40B4-BE49-F238E27FC236}">
                <a16:creationId xmlns:a16="http://schemas.microsoft.com/office/drawing/2014/main" id="{0420B801-02D8-B82F-C785-CF04C37C240E}"/>
              </a:ext>
            </a:extLst>
          </p:cNvPr>
          <p:cNvPicPr>
            <a:picLocks noChangeAspect="1"/>
          </p:cNvPicPr>
          <p:nvPr/>
        </p:nvPicPr>
        <p:blipFill>
          <a:blip r:embed="rId2"/>
          <a:stretch>
            <a:fillRect/>
          </a:stretch>
        </p:blipFill>
        <p:spPr>
          <a:xfrm>
            <a:off x="10842214" y="1748478"/>
            <a:ext cx="1015575" cy="1702161"/>
          </a:xfrm>
          <a:prstGeom prst="rect">
            <a:avLst/>
          </a:prstGeom>
        </p:spPr>
      </p:pic>
      <p:sp>
        <p:nvSpPr>
          <p:cNvPr id="11" name="TextBox 10">
            <a:extLst>
              <a:ext uri="{FF2B5EF4-FFF2-40B4-BE49-F238E27FC236}">
                <a16:creationId xmlns:a16="http://schemas.microsoft.com/office/drawing/2014/main" id="{B42B7C36-F217-D5E4-2DC9-6F94DD167B52}"/>
              </a:ext>
            </a:extLst>
          </p:cNvPr>
          <p:cNvSpPr txBox="1"/>
          <p:nvPr/>
        </p:nvSpPr>
        <p:spPr>
          <a:xfrm>
            <a:off x="9092299" y="3646640"/>
            <a:ext cx="2765490" cy="2246769"/>
          </a:xfrm>
          <a:prstGeom prst="rect">
            <a:avLst/>
          </a:prstGeom>
          <a:solidFill>
            <a:schemeClr val="bg2">
              <a:lumMod val="95000"/>
            </a:schemeClr>
          </a:solidFill>
          <a:ln>
            <a:solidFill>
              <a:schemeClr val="bg1">
                <a:lumMod val="95000"/>
              </a:schemeClr>
            </a:solidFill>
          </a:ln>
          <a:effectLst>
            <a:outerShdw blurRad="50800" dist="38100" algn="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a:spAutoFit/>
          </a:bodyPr>
          <a:lstStyle/>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div</a:t>
            </a:r>
            <a:r>
              <a:rPr lang="en-GB" sz="1400" b="1" dirty="0">
                <a:solidFill>
                  <a:srgbClr val="000000"/>
                </a:solidFill>
                <a:latin typeface="Consolas" panose="020B0609020204030204" pitchFamily="49" charset="0"/>
              </a:rPr>
              <a:t> </a:t>
            </a:r>
            <a:r>
              <a:rPr lang="en-GB" sz="1400" b="1" dirty="0">
                <a:solidFill>
                  <a:srgbClr val="FF0000"/>
                </a:solidFill>
                <a:latin typeface="Consolas" panose="020B0609020204030204" pitchFamily="49" charset="0"/>
              </a:rPr>
              <a:t>id</a:t>
            </a:r>
            <a:r>
              <a:rPr lang="en-GB" sz="1400" b="1" dirty="0">
                <a:solidFill>
                  <a:srgbClr val="0000FF"/>
                </a:solidFill>
                <a:latin typeface="Consolas" panose="020B0609020204030204" pitchFamily="49" charset="0"/>
              </a:rPr>
              <a:t>="</a:t>
            </a:r>
            <a:r>
              <a:rPr lang="en-GB" sz="1400" b="1" dirty="0" err="1">
                <a:solidFill>
                  <a:srgbClr val="0000FF"/>
                </a:solidFill>
                <a:latin typeface="Consolas" panose="020B0609020204030204" pitchFamily="49" charset="0"/>
              </a:rPr>
              <a:t>divNames</a:t>
            </a:r>
            <a:r>
              <a:rPr lang="en-GB" sz="1400" b="1" dirty="0">
                <a:solidFill>
                  <a:srgbClr val="0000FF"/>
                </a:solidFill>
                <a:latin typeface="Consolas" panose="020B0609020204030204" pitchFamily="49" charset="0"/>
              </a:rPr>
              <a:t>"&gt;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select</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Bayley</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Joshua</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Robert</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Joanna</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Paul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00"/>
                </a:solidFill>
                <a:latin typeface="Consolas" panose="020B0609020204030204" pitchFamily="49" charset="0"/>
              </a:rPr>
              <a:t>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r>
              <a:rPr lang="en-GB" sz="1400" dirty="0">
                <a:solidFill>
                  <a:srgbClr val="000000"/>
                </a:solidFill>
                <a:latin typeface="Consolas" panose="020B0609020204030204" pitchFamily="49" charset="0"/>
              </a:rPr>
              <a:t>Calum </a:t>
            </a:r>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option</a:t>
            </a:r>
            <a:r>
              <a:rPr lang="en-GB" sz="1400" dirty="0">
                <a:solidFill>
                  <a:srgbClr val="0000FF"/>
                </a:solidFill>
                <a:latin typeface="Consolas" panose="020B0609020204030204" pitchFamily="49" charset="0"/>
              </a:rPr>
              <a:t>&gt;</a:t>
            </a:r>
            <a:endParaRPr lang="en-GB" sz="1400" dirty="0">
              <a:solidFill>
                <a:srgbClr val="000000"/>
              </a:solidFill>
              <a:latin typeface="Consolas" panose="020B0609020204030204" pitchFamily="49" charset="0"/>
            </a:endParaRPr>
          </a:p>
          <a:p>
            <a:r>
              <a:rPr lang="en-GB" sz="1400" dirty="0">
                <a:solidFill>
                  <a:srgbClr val="0000FF"/>
                </a:solidFill>
                <a:latin typeface="Consolas" panose="020B0609020204030204" pitchFamily="49" charset="0"/>
              </a:rPr>
              <a:t>&lt;/</a:t>
            </a:r>
            <a:r>
              <a:rPr lang="en-GB" sz="1400" dirty="0">
                <a:solidFill>
                  <a:srgbClr val="800000"/>
                </a:solidFill>
                <a:latin typeface="Consolas" panose="020B0609020204030204" pitchFamily="49" charset="0"/>
              </a:rPr>
              <a:t>select</a:t>
            </a:r>
            <a:r>
              <a:rPr lang="en-GB" sz="1400" dirty="0">
                <a:solidFill>
                  <a:srgbClr val="0000FF"/>
                </a:solidFill>
                <a:latin typeface="Consolas" panose="020B0609020204030204" pitchFamily="49" charset="0"/>
              </a:rPr>
              <a:t>&gt;</a:t>
            </a:r>
          </a:p>
          <a:p>
            <a:r>
              <a:rPr lang="en-GB" sz="1400" b="1" dirty="0">
                <a:solidFill>
                  <a:srgbClr val="0000FF"/>
                </a:solidFill>
                <a:latin typeface="Consolas" panose="020B0609020204030204" pitchFamily="49" charset="0"/>
              </a:rPr>
              <a:t>&lt;/</a:t>
            </a:r>
            <a:r>
              <a:rPr lang="en-GB" sz="1400" b="1" dirty="0">
                <a:solidFill>
                  <a:srgbClr val="800000"/>
                </a:solidFill>
                <a:latin typeface="Consolas" panose="020B0609020204030204" pitchFamily="49" charset="0"/>
              </a:rPr>
              <a:t>div</a:t>
            </a:r>
            <a:r>
              <a:rPr lang="en-GB" sz="1400" b="1" dirty="0">
                <a:solidFill>
                  <a:srgbClr val="0000FF"/>
                </a:solidFill>
                <a:latin typeface="Consolas" panose="020B0609020204030204" pitchFamily="49" charset="0"/>
              </a:rPr>
              <a:t>&gt;</a:t>
            </a:r>
            <a:endParaRPr lang="en-GB" sz="1400" dirty="0"/>
          </a:p>
        </p:txBody>
      </p:sp>
    </p:spTree>
    <p:extLst>
      <p:ext uri="{BB962C8B-B14F-4D97-AF65-F5344CB8AC3E}">
        <p14:creationId xmlns:p14="http://schemas.microsoft.com/office/powerpoint/2010/main" val="2135231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427D2956-26FC-4DA1-A108-FAFE16937C38}"/>
              </a:ext>
            </a:extLst>
          </p:cNvPr>
          <p:cNvSpPr>
            <a:spLocks noGrp="1"/>
          </p:cNvSpPr>
          <p:nvPr>
            <p:ph type="body" sz="quarter" idx="10"/>
          </p:nvPr>
        </p:nvSpPr>
        <p:spPr/>
        <p:txBody>
          <a:bodyPr/>
          <a:lstStyle/>
          <a:p>
            <a:r>
              <a:rPr lang="en-GB"/>
              <a:t>Summary</a:t>
            </a:r>
            <a:endParaRPr lang="en-IN" dirty="0"/>
          </a:p>
        </p:txBody>
      </p:sp>
      <p:sp>
        <p:nvSpPr>
          <p:cNvPr id="7" name="Text Placeholder 6">
            <a:extLst>
              <a:ext uri="{FF2B5EF4-FFF2-40B4-BE49-F238E27FC236}">
                <a16:creationId xmlns:a16="http://schemas.microsoft.com/office/drawing/2014/main" id="{79046D74-B14A-4277-88DC-E6DCBCBB0E75}"/>
              </a:ext>
            </a:extLst>
          </p:cNvPr>
          <p:cNvSpPr>
            <a:spLocks noGrp="1"/>
          </p:cNvSpPr>
          <p:nvPr>
            <p:ph type="body" sz="quarter" idx="11"/>
          </p:nvPr>
        </p:nvSpPr>
        <p:spPr>
          <a:xfrm>
            <a:off x="5907646" y="731949"/>
            <a:ext cx="5941454" cy="5899039"/>
          </a:xfrm>
        </p:spPr>
        <p:txBody>
          <a:bodyPr/>
          <a:lstStyle/>
          <a:p>
            <a:r>
              <a:rPr lang="en-GB" b="1" dirty="0"/>
              <a:t>In this chapter you learned how to:</a:t>
            </a:r>
          </a:p>
          <a:p>
            <a:pPr marL="342900" lvl="1" indent="-342900">
              <a:spcAft>
                <a:spcPts val="650"/>
              </a:spcAft>
              <a:buSzPct val="115000"/>
            </a:pPr>
            <a:r>
              <a:rPr lang="en-GB" dirty="0"/>
              <a:t>Use the </a:t>
            </a:r>
            <a:r>
              <a:rPr lang="en-GB" b="1" dirty="0"/>
              <a:t>form</a:t>
            </a:r>
            <a:r>
              <a:rPr lang="en-GB" dirty="0"/>
              <a:t> element to capture user input</a:t>
            </a:r>
          </a:p>
          <a:p>
            <a:pPr marL="342900" lvl="1" indent="-342900">
              <a:spcAft>
                <a:spcPts val="650"/>
              </a:spcAft>
              <a:buSzPct val="115000"/>
            </a:pPr>
            <a:r>
              <a:rPr lang="en-GB" dirty="0"/>
              <a:t>Use event handlers</a:t>
            </a:r>
          </a:p>
          <a:p>
            <a:pPr marL="342900" lvl="1" indent="-342900">
              <a:spcAft>
                <a:spcPts val="650"/>
              </a:spcAft>
              <a:buSzPct val="115000"/>
            </a:pPr>
            <a:r>
              <a:rPr lang="en-GB" dirty="0"/>
              <a:t>Validate user input</a:t>
            </a:r>
          </a:p>
          <a:p>
            <a:pPr marL="342900" lvl="1" indent="-342900">
              <a:spcAft>
                <a:spcPts val="650"/>
              </a:spcAft>
              <a:buSzPct val="115000"/>
            </a:pPr>
            <a:r>
              <a:rPr lang="en-GB" dirty="0"/>
              <a:t>Cope with browsers with no support for JavaScript</a:t>
            </a:r>
          </a:p>
          <a:p>
            <a:endParaRPr lang="en-IN" dirty="0"/>
          </a:p>
        </p:txBody>
      </p:sp>
    </p:spTree>
    <p:extLst>
      <p:ext uri="{BB962C8B-B14F-4D97-AF65-F5344CB8AC3E}">
        <p14:creationId xmlns:p14="http://schemas.microsoft.com/office/powerpoint/2010/main" val="18004171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71B655DE-AA07-4FA3-9809-9799ABBB2BD2}"/>
              </a:ext>
            </a:extLst>
          </p:cNvPr>
          <p:cNvSpPr>
            <a:spLocks noGrp="1"/>
          </p:cNvSpPr>
          <p:nvPr>
            <p:ph type="body" sz="quarter" idx="10"/>
          </p:nvPr>
        </p:nvSpPr>
        <p:spPr/>
        <p:txBody>
          <a:bodyPr/>
          <a:lstStyle/>
          <a:p>
            <a:r>
              <a:rPr lang="en-GB"/>
              <a:t>Lab</a:t>
            </a:r>
            <a:endParaRPr lang="en-IN" dirty="0"/>
          </a:p>
        </p:txBody>
      </p:sp>
      <p:sp>
        <p:nvSpPr>
          <p:cNvPr id="7" name="Text Placeholder 6">
            <a:extLst>
              <a:ext uri="{FF2B5EF4-FFF2-40B4-BE49-F238E27FC236}">
                <a16:creationId xmlns:a16="http://schemas.microsoft.com/office/drawing/2014/main" id="{53B11AF3-4FEC-4993-B0F6-79234A74EE68}"/>
              </a:ext>
            </a:extLst>
          </p:cNvPr>
          <p:cNvSpPr>
            <a:spLocks noGrp="1"/>
          </p:cNvSpPr>
          <p:nvPr>
            <p:ph type="body" sz="quarter" idx="15"/>
          </p:nvPr>
        </p:nvSpPr>
        <p:spPr>
          <a:xfrm>
            <a:off x="5037138" y="670980"/>
            <a:ext cx="6770078" cy="5409404"/>
          </a:xfrm>
        </p:spPr>
        <p:txBody>
          <a:bodyPr/>
          <a:lstStyle/>
          <a:p>
            <a:pPr marL="342900" indent="-342900">
              <a:buFont typeface="Arial" panose="020B0604020202020204" pitchFamily="34" charset="0"/>
              <a:buChar char="•"/>
            </a:pPr>
            <a:r>
              <a:rPr lang="en-GB" sz="1900" b="1" dirty="0"/>
              <a:t>Please do the lab for this chapter</a:t>
            </a:r>
            <a:endParaRPr lang="en-IN" sz="1900" dirty="0"/>
          </a:p>
        </p:txBody>
      </p:sp>
    </p:spTree>
    <p:extLst>
      <p:ext uri="{BB962C8B-B14F-4D97-AF65-F5344CB8AC3E}">
        <p14:creationId xmlns:p14="http://schemas.microsoft.com/office/powerpoint/2010/main" val="18505974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EE10932-0E39-4A46-AAF5-56EA2F153C16}"/>
              </a:ext>
            </a:extLst>
          </p:cNvPr>
          <p:cNvSpPr>
            <a:spLocks noGrp="1"/>
          </p:cNvSpPr>
          <p:nvPr>
            <p:ph type="body" sz="quarter" idx="10"/>
          </p:nvPr>
        </p:nvSpPr>
        <p:spPr/>
        <p:txBody>
          <a:bodyPr/>
          <a:lstStyle/>
          <a:p>
            <a:r>
              <a:rPr lang="en-US" dirty="0"/>
              <a:t>JavaScript Standards</a:t>
            </a:r>
            <a:endParaRPr lang="en-IN" dirty="0"/>
          </a:p>
        </p:txBody>
      </p:sp>
      <p:sp>
        <p:nvSpPr>
          <p:cNvPr id="5" name="Text Placeholder 4">
            <a:extLst>
              <a:ext uri="{FF2B5EF4-FFF2-40B4-BE49-F238E27FC236}">
                <a16:creationId xmlns:a16="http://schemas.microsoft.com/office/drawing/2014/main" id="{3BAED401-3740-47B4-8CE5-8BFD86938F63}"/>
              </a:ext>
            </a:extLst>
          </p:cNvPr>
          <p:cNvSpPr>
            <a:spLocks noGrp="1"/>
          </p:cNvSpPr>
          <p:nvPr>
            <p:ph type="body" sz="quarter" idx="15"/>
          </p:nvPr>
        </p:nvSpPr>
        <p:spPr>
          <a:xfrm>
            <a:off x="4770436" y="1130909"/>
            <a:ext cx="7154863" cy="4503969"/>
          </a:xfrm>
        </p:spPr>
        <p:txBody>
          <a:bodyPr/>
          <a:lstStyle/>
          <a:p>
            <a:pPr marL="342900" indent="-342900">
              <a:buFont typeface="Arial" panose="020B0604020202020204" pitchFamily="34" charset="0"/>
              <a:buChar char="•"/>
            </a:pPr>
            <a:r>
              <a:rPr lang="en-US" b="1" dirty="0"/>
              <a:t>Lack of consistency is a major issue</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Sun, Netscape, Microsoft working together with </a:t>
            </a:r>
            <a:r>
              <a:rPr lang="en-US" b="1" dirty="0">
                <a:solidFill>
                  <a:srgbClr val="C00000"/>
                </a:solidFill>
              </a:rPr>
              <a:t>E</a:t>
            </a:r>
            <a:r>
              <a:rPr lang="en-US" b="1" dirty="0">
                <a:solidFill>
                  <a:srgbClr val="0070C0"/>
                </a:solidFill>
              </a:rPr>
              <a:t>uropean </a:t>
            </a:r>
            <a:r>
              <a:rPr lang="en-US" b="1" dirty="0">
                <a:solidFill>
                  <a:srgbClr val="C00000"/>
                </a:solidFill>
              </a:rPr>
              <a:t>C</a:t>
            </a:r>
            <a:r>
              <a:rPr lang="en-US" b="1" dirty="0">
                <a:solidFill>
                  <a:srgbClr val="0070C0"/>
                </a:solidFill>
              </a:rPr>
              <a:t>omputer </a:t>
            </a:r>
            <a:r>
              <a:rPr lang="en-US" b="1" dirty="0">
                <a:solidFill>
                  <a:srgbClr val="C00000"/>
                </a:solidFill>
              </a:rPr>
              <a:t>M</a:t>
            </a:r>
            <a:r>
              <a:rPr lang="en-US" b="1" dirty="0">
                <a:solidFill>
                  <a:srgbClr val="0070C0"/>
                </a:solidFill>
              </a:rPr>
              <a:t>anufacturers </a:t>
            </a:r>
            <a:r>
              <a:rPr lang="en-US" b="1" dirty="0">
                <a:solidFill>
                  <a:srgbClr val="C00000"/>
                </a:solidFill>
              </a:rPr>
              <a:t>A</a:t>
            </a:r>
            <a:r>
              <a:rPr lang="en-US" b="1" dirty="0">
                <a:solidFill>
                  <a:srgbClr val="0070C0"/>
                </a:solidFill>
              </a:rPr>
              <a:t>ssociation </a:t>
            </a:r>
            <a:r>
              <a:rPr lang="en-US" b="1" dirty="0"/>
              <a:t>(</a:t>
            </a:r>
            <a:r>
              <a:rPr lang="en-US" b="1" i="1" dirty="0">
                <a:solidFill>
                  <a:srgbClr val="002060"/>
                </a:solidFill>
              </a:rPr>
              <a:t>ECMA</a:t>
            </a:r>
            <a:r>
              <a:rPr lang="en-US" b="1" dirty="0"/>
              <a:t>) created the </a:t>
            </a:r>
            <a:r>
              <a:rPr lang="en-US" b="1" i="1" dirty="0">
                <a:solidFill>
                  <a:srgbClr val="C00000"/>
                </a:solidFill>
              </a:rPr>
              <a:t>ECMAScript</a:t>
            </a:r>
            <a:r>
              <a:rPr lang="en-US" dirty="0"/>
              <a:t> language standard</a:t>
            </a:r>
          </a:p>
          <a:p>
            <a:pPr marL="684000" lvl="1" indent="-342900">
              <a:buSzPct val="115000"/>
            </a:pPr>
            <a:r>
              <a:rPr lang="en-GB" dirty="0"/>
              <a:t>Sets minimum compatibility requirements</a:t>
            </a:r>
          </a:p>
          <a:p>
            <a:pPr marL="684000" lvl="1" indent="-342900">
              <a:buSzPct val="115000"/>
            </a:pPr>
            <a:endParaRPr lang="en-US" dirty="0"/>
          </a:p>
          <a:p>
            <a:pPr marL="342900" indent="-342900">
              <a:buFont typeface="Arial" panose="020B0604020202020204" pitchFamily="34" charset="0"/>
              <a:buChar char="•"/>
            </a:pPr>
            <a:r>
              <a:rPr lang="en-GB" b="1" dirty="0"/>
              <a:t>Latest versions of JavaScript and JScript are compliant with the </a:t>
            </a:r>
            <a:r>
              <a:rPr lang="en-GB" b="1" i="1" dirty="0"/>
              <a:t>ECMAScript</a:t>
            </a:r>
            <a:r>
              <a:rPr lang="en-GB" b="1" dirty="0"/>
              <a:t> Specification</a:t>
            </a:r>
          </a:p>
          <a:p>
            <a:pPr marL="684000" lvl="1" indent="-342900">
              <a:buSzPct val="115000"/>
            </a:pPr>
            <a:r>
              <a:rPr lang="en-GB" dirty="0"/>
              <a:t>Although each has additional proprietary features</a:t>
            </a:r>
            <a:endParaRPr lang="en-US" dirty="0"/>
          </a:p>
          <a:p>
            <a:endParaRPr lang="en-IN" dirty="0"/>
          </a:p>
        </p:txBody>
      </p:sp>
    </p:spTree>
    <p:extLst>
      <p:ext uri="{BB962C8B-B14F-4D97-AF65-F5344CB8AC3E}">
        <p14:creationId xmlns:p14="http://schemas.microsoft.com/office/powerpoint/2010/main" val="40195760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09E55579-712A-475A-B458-6292920F9F12}"/>
              </a:ext>
            </a:extLst>
          </p:cNvPr>
          <p:cNvSpPr>
            <a:spLocks noGrp="1"/>
          </p:cNvSpPr>
          <p:nvPr>
            <p:ph type="body" sz="quarter" idx="10"/>
          </p:nvPr>
        </p:nvSpPr>
        <p:spPr/>
        <p:txBody>
          <a:bodyPr/>
          <a:lstStyle/>
          <a:p>
            <a:r>
              <a:rPr lang="en-US" dirty="0"/>
              <a:t>Browsers Without Scripting </a:t>
            </a:r>
            <a:endParaRPr lang="en-IN" dirty="0"/>
          </a:p>
        </p:txBody>
      </p:sp>
      <p:sp>
        <p:nvSpPr>
          <p:cNvPr id="7" name="Text Placeholder 6">
            <a:extLst>
              <a:ext uri="{FF2B5EF4-FFF2-40B4-BE49-F238E27FC236}">
                <a16:creationId xmlns:a16="http://schemas.microsoft.com/office/drawing/2014/main" id="{5022D510-3F0B-422E-AEA9-2E30E25534F6}"/>
              </a:ext>
            </a:extLst>
          </p:cNvPr>
          <p:cNvSpPr>
            <a:spLocks noGrp="1"/>
          </p:cNvSpPr>
          <p:nvPr>
            <p:ph type="body" sz="quarter" idx="11"/>
          </p:nvPr>
        </p:nvSpPr>
        <p:spPr/>
        <p:txBody>
          <a:bodyPr/>
          <a:lstStyle/>
          <a:p>
            <a:pPr marL="342900" indent="-342900">
              <a:buFont typeface="Arial" panose="020B0604020202020204" pitchFamily="34" charset="0"/>
              <a:buChar char="•"/>
            </a:pPr>
            <a:r>
              <a:rPr lang="en-US" b="1" dirty="0"/>
              <a:t>What if a browser has no scripting language?</a:t>
            </a:r>
          </a:p>
          <a:p>
            <a:pPr marL="342900" indent="-342900">
              <a:buFont typeface="Arial" panose="020B0604020202020204" pitchFamily="34" charset="0"/>
              <a:buChar char="•"/>
            </a:pPr>
            <a:r>
              <a:rPr lang="en-US" b="1" dirty="0"/>
              <a:t>What if users disable JavaScript?</a:t>
            </a:r>
          </a:p>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b="1" dirty="0"/>
              <a:t>You can warn users on the home page</a:t>
            </a:r>
          </a:p>
          <a:p>
            <a:pPr marL="342900" indent="-342900">
              <a:buFont typeface="Arial" panose="020B0604020202020204" pitchFamily="34" charset="0"/>
              <a:buChar char="•"/>
            </a:pPr>
            <a:r>
              <a:rPr lang="en-US" b="1" dirty="0"/>
              <a:t>Hyperlink to browser distribution sites</a:t>
            </a:r>
          </a:p>
          <a:p>
            <a:pPr marL="342900" indent="-342900">
              <a:buFont typeface="Arial" panose="020B0604020202020204" pitchFamily="34" charset="0"/>
              <a:buChar char="•"/>
            </a:pPr>
            <a:r>
              <a:rPr lang="en-US" b="1" dirty="0"/>
              <a:t>Consider server-side scripting instead</a:t>
            </a:r>
          </a:p>
          <a:p>
            <a:pPr marL="684000" lvl="1" indent="-342900">
              <a:spcAft>
                <a:spcPts val="650"/>
              </a:spcAft>
              <a:buSzPct val="115000"/>
            </a:pPr>
            <a:r>
              <a:rPr lang="en-US" dirty="0"/>
              <a:t>Not always viable</a:t>
            </a:r>
          </a:p>
          <a:p>
            <a:endParaRPr lang="en-IN" dirty="0"/>
          </a:p>
        </p:txBody>
      </p:sp>
      <p:pic>
        <p:nvPicPr>
          <p:cNvPr id="3" name="Picture 2"/>
          <p:cNvPicPr>
            <a:picLocks noChangeAspect="1"/>
          </p:cNvPicPr>
          <p:nvPr/>
        </p:nvPicPr>
        <p:blipFill>
          <a:blip r:embed="rId3"/>
          <a:stretch>
            <a:fillRect/>
          </a:stretch>
        </p:blipFill>
        <p:spPr>
          <a:xfrm>
            <a:off x="6098146" y="4008606"/>
            <a:ext cx="5158446" cy="1481138"/>
          </a:xfrm>
          <a:prstGeom prst="rect">
            <a:avLst/>
          </a:prstGeom>
          <a:ln w="25400">
            <a:solidFill>
              <a:srgbClr val="004050"/>
            </a:solidFill>
          </a:ln>
          <a:effectLst/>
        </p:spPr>
      </p:pic>
      <p:sp>
        <p:nvSpPr>
          <p:cNvPr id="4" name="Rounded Rectangular Callout 3"/>
          <p:cNvSpPr/>
          <p:nvPr/>
        </p:nvSpPr>
        <p:spPr>
          <a:xfrm>
            <a:off x="9496610" y="3631806"/>
            <a:ext cx="2095500" cy="609600"/>
          </a:xfrm>
          <a:prstGeom prst="wedgeRoundRectCallout">
            <a:avLst>
              <a:gd name="adj1" fmla="val -34469"/>
              <a:gd name="adj2" fmla="val 71875"/>
              <a:gd name="adj3" fmla="val 16667"/>
            </a:avLst>
          </a:prstGeom>
          <a:solidFill>
            <a:srgbClr val="28CFF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solidFill>
                  <a:schemeClr val="tx1"/>
                </a:solidFill>
                <a:cs typeface="Arial" pitchFamily="34" charset="0"/>
              </a:rPr>
              <a:t>Chrome's options</a:t>
            </a:r>
          </a:p>
        </p:txBody>
      </p:sp>
    </p:spTree>
    <p:extLst>
      <p:ext uri="{BB962C8B-B14F-4D97-AF65-F5344CB8AC3E}">
        <p14:creationId xmlns:p14="http://schemas.microsoft.com/office/powerpoint/2010/main" val="13593770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r>
              <a:rPr lang="en-US"/>
              <a:t>Auto-Detecting JavaScript (1)</a:t>
            </a:r>
          </a:p>
        </p:txBody>
      </p:sp>
      <p:sp>
        <p:nvSpPr>
          <p:cNvPr id="23555" name="Rectangle 3"/>
          <p:cNvSpPr>
            <a:spLocks noGrp="1" noChangeArrowheads="1"/>
          </p:cNvSpPr>
          <p:nvPr>
            <p:ph idx="1"/>
          </p:nvPr>
        </p:nvSpPr>
        <p:spPr>
          <a:xfrm>
            <a:off x="341272" y="1368256"/>
            <a:ext cx="11516239" cy="1661815"/>
          </a:xfrm>
        </p:spPr>
        <p:txBody>
          <a:bodyPr/>
          <a:lstStyle/>
          <a:p>
            <a:pPr marL="342900" indent="-342900">
              <a:buClr>
                <a:schemeClr val="tx1"/>
              </a:buClr>
              <a:buFont typeface="Arial" panose="020B0604020202020204" pitchFamily="34" charset="0"/>
              <a:buChar char="•"/>
            </a:pPr>
            <a:r>
              <a:rPr lang="en-GB" b="1" dirty="0">
                <a:solidFill>
                  <a:srgbClr val="0000FF"/>
                </a:solidFill>
                <a:highlight>
                  <a:srgbClr val="FFFFFF"/>
                </a:highlight>
                <a:latin typeface="Consolas" panose="020B0609020204030204" pitchFamily="49" charset="0"/>
              </a:rPr>
              <a:t>&lt;</a:t>
            </a:r>
            <a:r>
              <a:rPr lang="en-GB" b="1" dirty="0" err="1">
                <a:solidFill>
                  <a:srgbClr val="800000"/>
                </a:solidFill>
                <a:highlight>
                  <a:srgbClr val="FFFFFF"/>
                </a:highlight>
                <a:latin typeface="Consolas" panose="020B0609020204030204" pitchFamily="49" charset="0"/>
              </a:rPr>
              <a:t>noscript</a:t>
            </a:r>
            <a:r>
              <a:rPr lang="en-GB" b="1" dirty="0">
                <a:solidFill>
                  <a:srgbClr val="0000FF"/>
                </a:solidFill>
                <a:highlight>
                  <a:srgbClr val="FFFFFF"/>
                </a:highlight>
                <a:latin typeface="Consolas" panose="020B0609020204030204" pitchFamily="49" charset="0"/>
              </a:rPr>
              <a:t>&gt;</a:t>
            </a:r>
            <a:r>
              <a:rPr lang="en-US" b="1" dirty="0"/>
              <a:t> tag contains “no script” message</a:t>
            </a:r>
          </a:p>
          <a:p>
            <a:pPr marL="342900" indent="-342900">
              <a:buFont typeface="Arial" panose="020B0604020202020204" pitchFamily="34" charset="0"/>
              <a:buChar char="•"/>
            </a:pPr>
            <a:r>
              <a:rPr lang="en-US" b="1" dirty="0"/>
              <a:t>Shown if</a:t>
            </a:r>
          </a:p>
          <a:p>
            <a:pPr marL="684000" lvl="1" indent="-342900">
              <a:buSzPct val="115000"/>
              <a:buFont typeface="Arial" panose="020B0604020202020204" pitchFamily="34" charset="0"/>
              <a:buChar char="•"/>
            </a:pPr>
            <a:r>
              <a:rPr lang="en-US" dirty="0"/>
              <a:t>The browser has no script capability</a:t>
            </a:r>
          </a:p>
          <a:p>
            <a:pPr marL="684000" lvl="1" indent="-342900">
              <a:buSzPct val="115000"/>
              <a:buFont typeface="Arial" panose="020B0604020202020204" pitchFamily="34" charset="0"/>
              <a:buChar char="•"/>
            </a:pPr>
            <a:r>
              <a:rPr lang="en-US" dirty="0"/>
              <a:t>The browser does have scripting, but it is turned off</a:t>
            </a:r>
          </a:p>
        </p:txBody>
      </p:sp>
      <p:sp>
        <p:nvSpPr>
          <p:cNvPr id="4" name="TextBox 3">
            <a:extLst>
              <a:ext uri="{FF2B5EF4-FFF2-40B4-BE49-F238E27FC236}">
                <a16:creationId xmlns:a16="http://schemas.microsoft.com/office/drawing/2014/main" id="{B2D4C1D3-D0BD-65A1-D236-557D2CBC5252}"/>
              </a:ext>
            </a:extLst>
          </p:cNvPr>
          <p:cNvSpPr txBox="1"/>
          <p:nvPr/>
        </p:nvSpPr>
        <p:spPr>
          <a:xfrm>
            <a:off x="1603290" y="3217295"/>
            <a:ext cx="8393326" cy="1754326"/>
          </a:xfrm>
          <a:prstGeom prst="rect">
            <a:avLst/>
          </a:prstGeom>
          <a:ln>
            <a:solidFill>
              <a:schemeClr val="bg1">
                <a:lumMod val="95000"/>
              </a:schemeClr>
            </a:solidFill>
          </a:ln>
          <a:effectLst>
            <a:outerShdw blurRad="50800" dist="38100" algn="l" rotWithShape="0">
              <a:prstClr val="black">
                <a:alpha val="40000"/>
              </a:prstClr>
            </a:outerShdw>
          </a:effectLst>
        </p:spPr>
        <p:style>
          <a:lnRef idx="2">
            <a:schemeClr val="dk1"/>
          </a:lnRef>
          <a:fillRef idx="1">
            <a:schemeClr val="lt1"/>
          </a:fillRef>
          <a:effectRef idx="0">
            <a:schemeClr val="dk1"/>
          </a:effectRef>
          <a:fontRef idx="minor">
            <a:schemeClr val="dk1"/>
          </a:fontRef>
        </p:style>
        <p:txBody>
          <a:bodyPr wrap="square">
            <a:spAutoFit/>
          </a:bodyPr>
          <a:lstStyle/>
          <a:p>
            <a:r>
              <a:rPr lang="en-GB" sz="1800" b="1" dirty="0">
                <a:solidFill>
                  <a:srgbClr val="0000FF"/>
                </a:solidFill>
                <a:latin typeface="Consolas" panose="020B0609020204030204" pitchFamily="49" charset="0"/>
              </a:rPr>
              <a:t>&lt;</a:t>
            </a:r>
            <a:r>
              <a:rPr lang="en-GB" sz="1800" b="1" dirty="0" err="1">
                <a:solidFill>
                  <a:srgbClr val="800000"/>
                </a:solidFill>
                <a:latin typeface="Consolas" panose="020B0609020204030204" pitchFamily="49" charset="0"/>
              </a:rPr>
              <a:t>noscript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p</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00"/>
                </a:solidFill>
                <a:latin typeface="Consolas" panose="020B0609020204030204" pitchFamily="49" charset="0"/>
              </a:rPr>
              <a:t>        If you can read this, either your browser cannot handle</a:t>
            </a:r>
          </a:p>
          <a:p>
            <a:r>
              <a:rPr lang="en-GB" sz="1800" b="1" dirty="0">
                <a:solidFill>
                  <a:srgbClr val="000000"/>
                </a:solidFill>
                <a:latin typeface="Consolas" panose="020B0609020204030204" pitchFamily="49" charset="0"/>
              </a:rPr>
              <a:t>        scripts or you have turned scripting off.</a:t>
            </a:r>
          </a:p>
          <a:p>
            <a:r>
              <a:rPr lang="en-GB" sz="1800" b="1" dirty="0">
                <a:solidFill>
                  <a:srgbClr val="000000"/>
                </a:solidFill>
                <a:latin typeface="Consolas" panose="020B0609020204030204" pitchFamily="49" charset="0"/>
              </a:rPr>
              <a:t>    </a:t>
            </a:r>
            <a:r>
              <a:rPr lang="en-GB" sz="1800" b="1" dirty="0">
                <a:solidFill>
                  <a:srgbClr val="0000FF"/>
                </a:solidFill>
                <a:latin typeface="Consolas" panose="020B0609020204030204" pitchFamily="49" charset="0"/>
              </a:rPr>
              <a:t>&lt;/</a:t>
            </a:r>
            <a:r>
              <a:rPr lang="en-GB" sz="1800" b="1" dirty="0">
                <a:solidFill>
                  <a:srgbClr val="800000"/>
                </a:solidFill>
                <a:latin typeface="Consolas" panose="020B0609020204030204" pitchFamily="49" charset="0"/>
              </a:rPr>
              <a:t>p</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a:p>
            <a:r>
              <a:rPr lang="en-GB" sz="1800" b="1" dirty="0">
                <a:solidFill>
                  <a:srgbClr val="0000FF"/>
                </a:solidFill>
                <a:latin typeface="Consolas" panose="020B0609020204030204" pitchFamily="49" charset="0"/>
              </a:rPr>
              <a:t>&lt;/</a:t>
            </a:r>
            <a:r>
              <a:rPr lang="en-GB" sz="1800" b="1" dirty="0" err="1">
                <a:solidFill>
                  <a:srgbClr val="800000"/>
                </a:solidFill>
                <a:latin typeface="Consolas" panose="020B0609020204030204" pitchFamily="49" charset="0"/>
              </a:rPr>
              <a:t>noscript</a:t>
            </a:r>
            <a:r>
              <a:rPr lang="en-GB" sz="1800" b="1" dirty="0">
                <a:solidFill>
                  <a:srgbClr val="0000FF"/>
                </a:solidFill>
                <a:latin typeface="Consolas" panose="020B0609020204030204" pitchFamily="49" charset="0"/>
              </a:rPr>
              <a:t>&gt;</a:t>
            </a:r>
            <a:endParaRPr lang="en-GB" sz="18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3501622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dirty="0"/>
              <a:t>Auto-Detecting JavaScript (2)</a:t>
            </a:r>
          </a:p>
        </p:txBody>
      </p:sp>
      <p:sp>
        <p:nvSpPr>
          <p:cNvPr id="24579" name="Rectangle 3"/>
          <p:cNvSpPr>
            <a:spLocks noGrp="1" noChangeArrowheads="1"/>
          </p:cNvSpPr>
          <p:nvPr>
            <p:ph idx="1"/>
          </p:nvPr>
        </p:nvSpPr>
        <p:spPr>
          <a:xfrm>
            <a:off x="341272" y="1368256"/>
            <a:ext cx="11516239" cy="1205139"/>
          </a:xfrm>
        </p:spPr>
        <p:txBody>
          <a:bodyPr/>
          <a:lstStyle/>
          <a:p>
            <a:r>
              <a:rPr lang="en-US" b="1" dirty="0"/>
              <a:t>Define a page which automatically jumps elsewhere</a:t>
            </a:r>
          </a:p>
          <a:p>
            <a:pPr marL="342900" lvl="1" indent="-342900">
              <a:buSzPct val="115000"/>
              <a:buFont typeface="Arial" panose="020B0604020202020204" pitchFamily="34" charset="0"/>
              <a:buChar char="•"/>
            </a:pPr>
            <a:r>
              <a:rPr lang="en-US" b="1" dirty="0"/>
              <a:t>If it jumped: 	</a:t>
            </a:r>
            <a:r>
              <a:rPr lang="en-US" dirty="0"/>
              <a:t>you have JavaScript</a:t>
            </a:r>
          </a:p>
          <a:p>
            <a:pPr marL="342900" lvl="1" indent="-342900">
              <a:buSzPct val="115000"/>
              <a:buFont typeface="Arial" panose="020B0604020202020204" pitchFamily="34" charset="0"/>
              <a:buChar char="•"/>
            </a:pPr>
            <a:r>
              <a:rPr lang="en-US" b="1" dirty="0"/>
              <a:t>If it didn’t: 		</a:t>
            </a:r>
            <a:r>
              <a:rPr lang="en-US" dirty="0"/>
              <a:t>you don’t (or it is disabled)</a:t>
            </a:r>
          </a:p>
        </p:txBody>
      </p:sp>
      <p:sp>
        <p:nvSpPr>
          <p:cNvPr id="3" name="Right Arrow 2"/>
          <p:cNvSpPr/>
          <p:nvPr/>
        </p:nvSpPr>
        <p:spPr>
          <a:xfrm>
            <a:off x="7670002" y="4237918"/>
            <a:ext cx="855406" cy="206475"/>
          </a:xfrm>
          <a:prstGeom prst="rightArrow">
            <a:avLst/>
          </a:prstGeom>
          <a:solidFill>
            <a:srgbClr val="004050"/>
          </a:solidFill>
          <a:effectLst/>
        </p:spPr>
        <p:style>
          <a:lnRef idx="0">
            <a:schemeClr val="accent4"/>
          </a:lnRef>
          <a:fillRef idx="3">
            <a:schemeClr val="accent4"/>
          </a:fillRef>
          <a:effectRef idx="3">
            <a:schemeClr val="accent4"/>
          </a:effectRef>
          <a:fontRef idx="minor">
            <a:schemeClr val="lt1"/>
          </a:fontRef>
        </p:style>
        <p:txBody>
          <a:bodyPr rtlCol="0" anchor="ctr"/>
          <a:lstStyle/>
          <a:p>
            <a:pPr algn="ctr"/>
            <a:endParaRPr lang="en-GB" sz="1600" dirty="0">
              <a:solidFill>
                <a:schemeClr val="tx1"/>
              </a:solidFill>
              <a:latin typeface="Arial" pitchFamily="34" charset="0"/>
              <a:cs typeface="Arial" pitchFamily="34" charset="0"/>
            </a:endParaRPr>
          </a:p>
        </p:txBody>
      </p:sp>
      <p:sp>
        <p:nvSpPr>
          <p:cNvPr id="4" name="Rectangle: Rounded Corners 3">
            <a:extLst>
              <a:ext uri="{FF2B5EF4-FFF2-40B4-BE49-F238E27FC236}">
                <a16:creationId xmlns:a16="http://schemas.microsoft.com/office/drawing/2014/main" id="{8648F0F4-6E4E-4C7F-A4FD-6CE189501FC4}"/>
              </a:ext>
            </a:extLst>
          </p:cNvPr>
          <p:cNvSpPr/>
          <p:nvPr/>
        </p:nvSpPr>
        <p:spPr>
          <a:xfrm>
            <a:off x="8549910" y="3959251"/>
            <a:ext cx="2804293" cy="1541930"/>
          </a:xfrm>
          <a:prstGeom prst="roundRect">
            <a:avLst>
              <a:gd name="adj" fmla="val 7946"/>
            </a:avLst>
          </a:prstGeom>
          <a:solidFill>
            <a:schemeClr val="bg1"/>
          </a:solidFill>
          <a:ln w="25400">
            <a:solidFill>
              <a:srgbClr val="28CF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739775">
              <a:spcBef>
                <a:spcPct val="5000"/>
              </a:spcBef>
              <a:defRPr/>
            </a:pPr>
            <a:r>
              <a:rPr lang="en-GB" b="1" dirty="0">
                <a:solidFill>
                  <a:srgbClr val="A31515"/>
                </a:solidFill>
                <a:latin typeface="Consolas" panose="020B0609020204030204" pitchFamily="49" charset="0"/>
              </a:rPr>
              <a:t>auto2.html </a:t>
            </a:r>
            <a:r>
              <a:rPr lang="en-US" dirty="0">
                <a:solidFill>
                  <a:schemeClr val="tx1"/>
                </a:solidFill>
                <a:latin typeface="Lucida Console" pitchFamily="49" charset="0"/>
              </a:rPr>
              <a:t>… </a:t>
            </a:r>
          </a:p>
          <a:p>
            <a:pPr defTabSz="739775">
              <a:spcBef>
                <a:spcPct val="5000"/>
              </a:spcBef>
              <a:defRPr/>
            </a:pPr>
            <a:r>
              <a:rPr lang="en-US" dirty="0">
                <a:solidFill>
                  <a:schemeClr val="tx1"/>
                </a:solidFill>
                <a:latin typeface="Lucida Console" pitchFamily="49" charset="0"/>
              </a:rPr>
              <a:t>Well done. You </a:t>
            </a:r>
            <a:br>
              <a:rPr lang="en-US" dirty="0">
                <a:solidFill>
                  <a:schemeClr val="tx1"/>
                </a:solidFill>
                <a:latin typeface="Lucida Console" pitchFamily="49" charset="0"/>
              </a:rPr>
            </a:br>
            <a:r>
              <a:rPr lang="en-US" dirty="0">
                <a:solidFill>
                  <a:schemeClr val="tx1"/>
                </a:solidFill>
                <a:latin typeface="Lucida Console" pitchFamily="49" charset="0"/>
              </a:rPr>
              <a:t>have </a:t>
            </a:r>
            <a:r>
              <a:rPr lang="en-US" b="1" dirty="0">
                <a:solidFill>
                  <a:schemeClr val="tx1"/>
                </a:solidFill>
                <a:latin typeface="Lucida Console" pitchFamily="49" charset="0"/>
              </a:rPr>
              <a:t>JavaScript</a:t>
            </a:r>
          </a:p>
          <a:p>
            <a:pPr defTabSz="739775">
              <a:spcBef>
                <a:spcPct val="5000"/>
              </a:spcBef>
              <a:defRPr/>
            </a:pPr>
            <a:r>
              <a:rPr lang="en-US" dirty="0">
                <a:solidFill>
                  <a:schemeClr val="tx1"/>
                </a:solidFill>
                <a:latin typeface="Lucida Console" pitchFamily="49" charset="0"/>
              </a:rPr>
              <a:t>and it is enabled</a:t>
            </a:r>
          </a:p>
          <a:p>
            <a:pPr defTabSz="739775">
              <a:spcBef>
                <a:spcPct val="5000"/>
              </a:spcBef>
              <a:defRPr/>
            </a:pPr>
            <a:r>
              <a:rPr lang="en-US" dirty="0">
                <a:solidFill>
                  <a:schemeClr val="tx1"/>
                </a:solidFill>
                <a:latin typeface="Lucida Console" pitchFamily="49" charset="0"/>
              </a:rPr>
              <a:t>…</a:t>
            </a:r>
          </a:p>
        </p:txBody>
      </p:sp>
      <p:sp>
        <p:nvSpPr>
          <p:cNvPr id="6" name="TextBox 5">
            <a:extLst>
              <a:ext uri="{FF2B5EF4-FFF2-40B4-BE49-F238E27FC236}">
                <a16:creationId xmlns:a16="http://schemas.microsoft.com/office/drawing/2014/main" id="{B2A62275-3333-857F-FB35-6B4120B1C218}"/>
              </a:ext>
            </a:extLst>
          </p:cNvPr>
          <p:cNvSpPr txBox="1"/>
          <p:nvPr/>
        </p:nvSpPr>
        <p:spPr>
          <a:xfrm>
            <a:off x="978815" y="2869957"/>
            <a:ext cx="6691187" cy="3539430"/>
          </a:xfrm>
          <a:prstGeom prst="rect">
            <a:avLst/>
          </a:prstGeom>
          <a:solidFill>
            <a:schemeClr val="accent5">
              <a:lumMod val="20000"/>
              <a:lumOff val="80000"/>
            </a:schemeClr>
          </a:solidFill>
          <a:ln>
            <a:solidFill>
              <a:schemeClr val="bg1">
                <a:lumMod val="95000"/>
              </a:schemeClr>
            </a:solidFill>
          </a:ln>
          <a:effectLst>
            <a:outerShdw blurRad="50800" dist="38100" algn="l" rotWithShape="0">
              <a:prstClr val="black">
                <a:alpha val="40000"/>
              </a:prstClr>
            </a:outerShdw>
          </a:effectLst>
        </p:spPr>
        <p:txBody>
          <a:bodyPr wrap="square">
            <a:spAutoFit/>
          </a:bodyPr>
          <a:lstStyle/>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html</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head</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    &lt;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function</a:t>
            </a:r>
            <a:r>
              <a:rPr lang="en-GB" sz="1600" b="1" dirty="0">
                <a:solidFill>
                  <a:srgbClr val="000000"/>
                </a:solidFill>
                <a:latin typeface="Consolas" panose="020B0609020204030204" pitchFamily="49" charset="0"/>
              </a:rPr>
              <a:t> </a:t>
            </a:r>
            <a:r>
              <a:rPr lang="en-GB" sz="1600" b="1" dirty="0" err="1">
                <a:solidFill>
                  <a:srgbClr val="000000"/>
                </a:solidFill>
                <a:latin typeface="Consolas" panose="020B0609020204030204" pitchFamily="49" charset="0"/>
              </a:rPr>
              <a:t>JumpToJavaScriptPage</a:t>
            </a:r>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location = </a:t>
            </a:r>
            <a:r>
              <a:rPr lang="en-GB" sz="1600" b="1" dirty="0">
                <a:solidFill>
                  <a:srgbClr val="A31515"/>
                </a:solidFill>
                <a:latin typeface="Consolas" panose="020B0609020204030204" pitchFamily="49" charset="0"/>
              </a:rPr>
              <a:t>"auto2.html"</a:t>
            </a:r>
            <a:r>
              <a:rPr lang="en-GB" sz="1600" b="1" dirty="0">
                <a:solidFill>
                  <a:srgbClr val="000000"/>
                </a:solidFill>
                <a:latin typeface="Consolas" panose="020B0609020204030204" pitchFamily="49" charset="0"/>
              </a:rPr>
              <a:t>;</a:t>
            </a:r>
          </a:p>
          <a:p>
            <a:r>
              <a:rPr lang="en-GB" sz="1600" b="1" dirty="0">
                <a:solidFill>
                  <a:srgbClr val="000000"/>
                </a:solidFill>
                <a:latin typeface="Consolas" panose="020B0609020204030204" pitchFamily="49" charset="0"/>
              </a:rPr>
              <a:t>        }</a:t>
            </a:r>
          </a:p>
          <a:p>
            <a:r>
              <a:rPr lang="en-GB" sz="1600" b="1" dirty="0">
                <a:solidFill>
                  <a:srgbClr val="000000"/>
                </a:solidFill>
                <a:latin typeface="Consolas" panose="020B0609020204030204" pitchFamily="49" charset="0"/>
              </a:rPr>
              <a:t>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script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head</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body</a:t>
            </a:r>
            <a:r>
              <a:rPr lang="en-GB" sz="1600" b="1" dirty="0">
                <a:solidFill>
                  <a:srgbClr val="000000"/>
                </a:solidFill>
                <a:latin typeface="Consolas" panose="020B0609020204030204" pitchFamily="49" charset="0"/>
              </a:rPr>
              <a:t> </a:t>
            </a:r>
            <a:r>
              <a:rPr lang="en-GB" sz="1600" b="1" dirty="0" err="1">
                <a:solidFill>
                  <a:srgbClr val="FF0000"/>
                </a:solidFill>
                <a:latin typeface="Consolas" panose="020B0609020204030204" pitchFamily="49" charset="0"/>
              </a:rPr>
              <a:t>onLoad</a:t>
            </a:r>
            <a:r>
              <a:rPr lang="en-GB" sz="1600" b="1" dirty="0">
                <a:solidFill>
                  <a:srgbClr val="0000FF"/>
                </a:solidFill>
                <a:latin typeface="Consolas" panose="020B0609020204030204" pitchFamily="49" charset="0"/>
              </a:rPr>
              <a:t>="</a:t>
            </a:r>
            <a:r>
              <a:rPr lang="en-GB" sz="1600" b="1" dirty="0" err="1">
                <a:solidFill>
                  <a:srgbClr val="000000"/>
                </a:solidFill>
                <a:latin typeface="Consolas" panose="020B0609020204030204" pitchFamily="49" charset="0"/>
              </a:rPr>
              <a:t>JumpToJavaScriptPage</a:t>
            </a:r>
            <a:r>
              <a:rPr lang="en-GB" sz="1600" b="1" dirty="0">
                <a:solidFill>
                  <a:srgbClr val="000000"/>
                </a:solidFill>
                <a:latin typeface="Consolas" panose="020B0609020204030204" pitchFamily="49" charset="0"/>
              </a:rPr>
              <a:t>()</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00"/>
                </a:solidFill>
                <a:latin typeface="Consolas" panose="020B0609020204030204" pitchFamily="49" charset="0"/>
              </a:rPr>
              <a:t>    If your browser stays on this page,</a:t>
            </a:r>
          </a:p>
          <a:p>
            <a:r>
              <a:rPr lang="en-GB" sz="1600" b="1" dirty="0">
                <a:solidFill>
                  <a:srgbClr val="000000"/>
                </a:solidFill>
                <a:latin typeface="Consolas" panose="020B0609020204030204" pitchFamily="49" charset="0"/>
              </a:rPr>
              <a:t>    you don't have </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b</a:t>
            </a:r>
            <a:r>
              <a:rPr lang="en-GB" sz="1600" b="1" dirty="0">
                <a:solidFill>
                  <a:srgbClr val="0000FF"/>
                </a:solidFill>
                <a:latin typeface="Consolas" panose="020B0609020204030204" pitchFamily="49" charset="0"/>
              </a:rPr>
              <a:t>&gt;</a:t>
            </a:r>
            <a:r>
              <a:rPr lang="en-GB" sz="1600" b="1" dirty="0">
                <a:solidFill>
                  <a:srgbClr val="000000"/>
                </a:solidFill>
                <a:latin typeface="Consolas" panose="020B0609020204030204" pitchFamily="49" charset="0"/>
              </a:rPr>
              <a:t>JavaScript</a:t>
            </a:r>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b</a:t>
            </a:r>
            <a:r>
              <a:rPr lang="en-GB" sz="1600" b="1" dirty="0">
                <a:solidFill>
                  <a:srgbClr val="0000FF"/>
                </a:solidFill>
                <a:latin typeface="Consolas" panose="020B0609020204030204" pitchFamily="49" charset="0"/>
              </a:rPr>
              <a:t>&gt;</a:t>
            </a:r>
            <a:r>
              <a:rPr lang="en-GB" sz="1600" b="1" dirty="0">
                <a:solidFill>
                  <a:srgbClr val="000000"/>
                </a:solidFill>
                <a:latin typeface="Consolas" panose="020B0609020204030204" pitchFamily="49" charset="0"/>
              </a:rPr>
              <a:t> or</a:t>
            </a:r>
          </a:p>
          <a:p>
            <a:r>
              <a:rPr lang="en-GB" sz="1600" b="1" dirty="0">
                <a:solidFill>
                  <a:srgbClr val="000000"/>
                </a:solidFill>
                <a:latin typeface="Consolas" panose="020B0609020204030204" pitchFamily="49" charset="0"/>
              </a:rPr>
              <a:t>    it is not currently enabled.</a:t>
            </a: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body</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a:p>
            <a:r>
              <a:rPr lang="en-GB" sz="1600" b="1" dirty="0">
                <a:solidFill>
                  <a:srgbClr val="0000FF"/>
                </a:solidFill>
                <a:latin typeface="Consolas" panose="020B0609020204030204" pitchFamily="49" charset="0"/>
              </a:rPr>
              <a:t>&lt;/</a:t>
            </a:r>
            <a:r>
              <a:rPr lang="en-GB" sz="1600" b="1" dirty="0">
                <a:solidFill>
                  <a:srgbClr val="800000"/>
                </a:solidFill>
                <a:latin typeface="Consolas" panose="020B0609020204030204" pitchFamily="49" charset="0"/>
              </a:rPr>
              <a:t>html</a:t>
            </a:r>
            <a:r>
              <a:rPr lang="en-GB" sz="1600" b="1" dirty="0">
                <a:solidFill>
                  <a:srgbClr val="0000FF"/>
                </a:solidFill>
                <a:latin typeface="Consolas" panose="020B0609020204030204" pitchFamily="49" charset="0"/>
              </a:rPr>
              <a:t>&gt;</a:t>
            </a:r>
            <a:endParaRPr lang="en-GB" sz="1600" b="1" dirty="0">
              <a:solidFill>
                <a:srgbClr val="000000"/>
              </a:solidFill>
              <a:latin typeface="Consolas" panose="020B0609020204030204" pitchFamily="49" charset="0"/>
            </a:endParaRPr>
          </a:p>
        </p:txBody>
      </p:sp>
    </p:spTree>
    <p:extLst>
      <p:ext uri="{BB962C8B-B14F-4D97-AF65-F5344CB8AC3E}">
        <p14:creationId xmlns:p14="http://schemas.microsoft.com/office/powerpoint/2010/main" val="4211908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RESOURCE_PATHS_HASH_2" val="861ba5a240904b86632099fc56e12dead204a13"/>
</p:tagLst>
</file>

<file path=ppt/theme/theme1.xml><?xml version="1.0" encoding="utf-8"?>
<a:theme xmlns:a="http://schemas.openxmlformats.org/drawingml/2006/main" name="Master">
  <a:themeElements>
    <a:clrScheme name="QA Branding Custom Colour Set">
      <a:dk1>
        <a:srgbClr val="004050"/>
      </a:dk1>
      <a:lt1>
        <a:srgbClr val="FFFFFF"/>
      </a:lt1>
      <a:dk2>
        <a:srgbClr val="00EDB5"/>
      </a:dk2>
      <a:lt2>
        <a:srgbClr val="FFFFFF"/>
      </a:lt2>
      <a:accent1>
        <a:srgbClr val="004050"/>
      </a:accent1>
      <a:accent2>
        <a:srgbClr val="00EDB5"/>
      </a:accent2>
      <a:accent3>
        <a:srgbClr val="7F007D"/>
      </a:accent3>
      <a:accent4>
        <a:srgbClr val="FF004C"/>
      </a:accent4>
      <a:accent5>
        <a:srgbClr val="F8D237"/>
      </a:accent5>
      <a:accent6>
        <a:srgbClr val="F3612C"/>
      </a:accent6>
      <a:hlink>
        <a:srgbClr val="004050"/>
      </a:hlink>
      <a:folHlink>
        <a:srgbClr val="00EDB5"/>
      </a:folHlink>
    </a:clrScheme>
    <a:fontScheme name="QA Brand Fonts 2019">
      <a:majorFont>
        <a:latin typeface="Krana Fat B"/>
        <a:ea typeface=""/>
        <a:cs typeface=""/>
      </a:majorFont>
      <a:minorFont>
        <a:latin typeface="Montserra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lIns="0" tIns="0" rIns="0" bIns="0" rtlCol="0" anchor="t" anchorCtr="0">
        <a:normAutofit/>
      </a:bodyPr>
      <a:lstStyle>
        <a:defPPr algn="l">
          <a:defRPr smtClean="0"/>
        </a:defPPr>
      </a:lstStyle>
    </a:txDef>
  </a:objectDefaults>
  <a:extraClrSchemeLst/>
  <a:extLst>
    <a:ext uri="{05A4C25C-085E-4340-85A3-A5531E510DB2}">
      <thm15:themeFamily xmlns:thm15="http://schemas.microsoft.com/office/thememl/2012/main" name="Trainer Slidedeck Template DRAFT v0.1" id="{7AC1CA74-4441-42CA-9897-72DF6ED83A1A}" vid="{6017FA94-E546-4DB4-BF25-6AABB84AA04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BookTypeField0 xmlns="B42EA499-AA80-4ED5-9ED5-37A17D3EB549">
      <Terms xmlns="http://schemas.microsoft.com/office/infopath/2007/PartnerControls">
        <TermInfo xmlns="http://schemas.microsoft.com/office/infopath/2007/PartnerControls">
          <TermName xmlns="http://schemas.microsoft.com/office/infopath/2007/PartnerControls">IK</TermName>
          <TermId xmlns="http://schemas.microsoft.com/office/infopath/2007/PartnerControls">5abe6401-e87a-4499-80b4-3d21a1a6ebd7</TermId>
        </TermInfo>
      </Terms>
    </BookTypeField0>
    <IsBuildFile xmlns="B42EA499-AA80-4ED5-9ED5-37A17D3EB549" xsi:nil="true"/>
    <SequenceNumber xmlns="B42EA499-AA80-4ED5-9ED5-37A17D3EB549" xsi:nil="true"/>
  </documentManagement>
</p:properties>
</file>

<file path=customXml/item2.xml><?xml version="1.0" encoding="utf-8"?>
<ct:contentTypeSchema xmlns:ct="http://schemas.microsoft.com/office/2006/metadata/contentType" xmlns:ma="http://schemas.microsoft.com/office/2006/metadata/properties/metaAttributes" ct:_="" ma:_="" ma:contentTypeName="Courseware" ma:contentTypeID="0x010100F0967B7CEE8D417F966757887D9466FB005CB7CECC996A5B448C70C3215DE65491" ma:contentTypeVersion="0" ma:contentTypeDescription="Base content type which represents courseware documents" ma:contentTypeScope="" ma:versionID="633ed7bf8a9769dc10b8af609c2e65e8">
  <xsd:schema xmlns:xsd="http://www.w3.org/2001/XMLSchema" xmlns:xs="http://www.w3.org/2001/XMLSchema" xmlns:p="http://schemas.microsoft.com/office/2006/metadata/properties" xmlns:ns2="B42EA499-AA80-4ED5-9ED5-37A17D3EB549" targetNamespace="http://schemas.microsoft.com/office/2006/metadata/properties" ma:root="true" ma:fieldsID="6641bdc0935a9ffdc34b1682c1e0febc" ns2:_="">
    <xsd:import namespace="B42EA499-AA80-4ED5-9ED5-37A17D3EB549"/>
    <xsd:element name="properties">
      <xsd:complexType>
        <xsd:sequence>
          <xsd:element name="documentManagement">
            <xsd:complexType>
              <xsd:all>
                <xsd:element ref="ns2:BookTypeField0" minOccurs="0"/>
                <xsd:element ref="ns2:SequenceNumber" minOccurs="0"/>
                <xsd:element ref="ns2:IsBuildFil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42EA499-AA80-4ED5-9ED5-37A17D3EB549" elementFormDefault="qualified">
    <xsd:import namespace="http://schemas.microsoft.com/office/2006/documentManagement/types"/>
    <xsd:import namespace="http://schemas.microsoft.com/office/infopath/2007/PartnerControls"/>
    <xsd:element name="BookTypeField0" ma:index="9" nillable="true" ma:taxonomy="true" ma:internalName="BookTypeField0" ma:taxonomyFieldName="BookType" ma:displayName="Book Type" ma:fieldId="{e7c6b654-e04e-4e45-9cfd-676dbef3a3c6}" ma:sspId="63102202-80dd-4165-b1ca-d09cf2756dc1" ma:termSetId="3300959e-7346-4208-831a-90b552f1677b" ma:anchorId="00000000-0000-0000-0000-000000000000" ma:open="false" ma:isKeyword="false">
      <xsd:complexType>
        <xsd:sequence>
          <xsd:element ref="pc:Terms" minOccurs="0" maxOccurs="1"/>
        </xsd:sequence>
      </xsd:complexType>
    </xsd:element>
    <xsd:element name="SequenceNumber" ma:index="10" nillable="true" ma:displayName="Sequence Number" ma:decimals="0" ma:internalName="SequenceNumber">
      <xsd:simpleType>
        <xsd:restriction base="dms:Number"/>
      </xsd:simpleType>
    </xsd:element>
    <xsd:element name="IsBuildFile" ma:index="11" nillable="true" ma:displayName="Is Build File" ma:hidden="true" ma:internalName="IsBuildFil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5E249E2-EA4A-4828-AD8D-26E38C8E00BC}">
  <ds:schemaRefs>
    <ds:schemaRef ds:uri="http://schemas.microsoft.com/office/2006/metadata/properties"/>
    <ds:schemaRef ds:uri="http://schemas.microsoft.com/office/infopath/2007/PartnerControls"/>
    <ds:schemaRef ds:uri="B42EA499-AA80-4ED5-9ED5-37A17D3EB549"/>
  </ds:schemaRefs>
</ds:datastoreItem>
</file>

<file path=customXml/itemProps2.xml><?xml version="1.0" encoding="utf-8"?>
<ds:datastoreItem xmlns:ds="http://schemas.openxmlformats.org/officeDocument/2006/customXml" ds:itemID="{C0536A94-18DD-4217-AC4E-8E62A56F4D8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42EA499-AA80-4ED5-9ED5-37A17D3EB54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2CCA017-734D-45D9-9C7C-0D66DB10E6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2359</Words>
  <Application>Microsoft Office PowerPoint</Application>
  <PresentationFormat>Widescreen</PresentationFormat>
  <Paragraphs>264</Paragraphs>
  <Slides>15</Slides>
  <Notes>14</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15</vt:i4>
      </vt:variant>
    </vt:vector>
  </HeadingPairs>
  <TitlesOfParts>
    <vt:vector size="25" baseType="lpstr">
      <vt:lpstr>Arial</vt:lpstr>
      <vt:lpstr>Calibri</vt:lpstr>
      <vt:lpstr>Consolas</vt:lpstr>
      <vt:lpstr>Courier New</vt:lpstr>
      <vt:lpstr>Krana Fat B</vt:lpstr>
      <vt:lpstr>Lucida Console</vt:lpstr>
      <vt:lpstr>Montserrat</vt:lpstr>
      <vt:lpstr>Times New Roman</vt:lpstr>
      <vt:lpstr>Wingdings</vt:lpstr>
      <vt:lpstr>Master</vt:lpstr>
      <vt:lpstr>Events</vt:lpstr>
      <vt:lpstr>PowerPoint Presentation</vt:lpstr>
      <vt:lpstr>PowerPoint Presentation</vt:lpstr>
      <vt:lpstr>Validation (1)</vt:lpstr>
      <vt:lpstr>Validation code</vt:lpstr>
      <vt:lpstr>Alternative Code – Coding for div, chechBox and radio</vt:lpstr>
      <vt:lpstr>Using List controls – value or selectedIndex attributes</vt:lpstr>
      <vt:lpstr>Adding events dynamically</vt:lpstr>
      <vt:lpstr>Dynamic events - another example</vt:lpstr>
      <vt:lpstr>PowerPoint Presentation</vt:lpstr>
      <vt:lpstr>PowerPoint Presentation</vt:lpstr>
      <vt:lpstr>PowerPoint Presentation</vt:lpstr>
      <vt:lpstr>PowerPoint Presentation</vt:lpstr>
      <vt:lpstr>Auto-Detecting JavaScript (1)</vt:lpstr>
      <vt:lpstr>Auto-Detecting JavaScript (2)</vt:lpstr>
    </vt:vector>
  </TitlesOfParts>
  <Manager/>
  <Company>QA Ltd</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Singh, Vaishali</dc:creator>
  <cp:keywords/>
  <dc:description/>
  <cp:lastModifiedBy>mike baradaran</cp:lastModifiedBy>
  <cp:revision>166</cp:revision>
  <cp:lastPrinted>2019-07-03T09:46:41Z</cp:lastPrinted>
  <dcterms:created xsi:type="dcterms:W3CDTF">2019-09-05T08:17:12Z</dcterms:created>
  <dcterms:modified xsi:type="dcterms:W3CDTF">2025-06-07T22:34:39Z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0x010100F0967B7CEE8D417F966757887D9466FB005CB7CECC996A5B448C70C3215DE65491</vt:lpwstr>
  </property>
  <property fmtid="{D5CDD505-2E9C-101B-9397-08002B2CF9AE}" pid="3" name="BookType">
    <vt:lpwstr>4</vt:lpwstr>
  </property>
</Properties>
</file>