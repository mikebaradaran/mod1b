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8"/>
  </p:notesMasterIdLst>
  <p:handoutMasterIdLst>
    <p:handoutMasterId r:id="rId19"/>
  </p:handoutMasterIdLst>
  <p:sldIdLst>
    <p:sldId id="263" r:id="rId5"/>
    <p:sldId id="525" r:id="rId6"/>
    <p:sldId id="526" r:id="rId7"/>
    <p:sldId id="453" r:id="rId8"/>
    <p:sldId id="454" r:id="rId9"/>
    <p:sldId id="455" r:id="rId10"/>
    <p:sldId id="536" r:id="rId11"/>
    <p:sldId id="539" r:id="rId12"/>
    <p:sldId id="540" r:id="rId13"/>
    <p:sldId id="537" r:id="rId14"/>
    <p:sldId id="541" r:id="rId15"/>
    <p:sldId id="492" r:id="rId16"/>
    <p:sldId id="534" r:id="rId17"/>
  </p:sldIdLst>
  <p:sldSz cx="12192000" cy="6858000"/>
  <p:notesSz cx="6645275" cy="9775825"/>
  <p:custDataLst>
    <p:tags r:id="rId20"/>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377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arrow, Joshua" initials="BJ" lastIdx="30" clrIdx="0">
    <p:extLst>
      <p:ext uri="{19B8F6BF-5375-455C-9EA6-DF929625EA0E}">
        <p15:presenceInfo xmlns:p15="http://schemas.microsoft.com/office/powerpoint/2012/main" userId="S-1-5-21-3476036342-1731177862-1559577602-51474" providerId="AD"/>
      </p:ext>
    </p:extLst>
  </p:cmAuthor>
  <p:cmAuthor id="2" name="Singh, Vaishali" initials="SV" lastIdx="7" clrIdx="1">
    <p:extLst>
      <p:ext uri="{19B8F6BF-5375-455C-9EA6-DF929625EA0E}">
        <p15:presenceInfo xmlns:p15="http://schemas.microsoft.com/office/powerpoint/2012/main" userId="S-1-5-21-3476036342-1731177862-1559577602-1552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622C"/>
    <a:srgbClr val="09EDB8"/>
    <a:srgbClr val="004050"/>
    <a:srgbClr val="F91258"/>
    <a:srgbClr val="7E007C"/>
    <a:srgbClr val="28CFF9"/>
    <a:srgbClr val="31D3AE"/>
    <a:srgbClr val="F3F3F3"/>
    <a:srgbClr val="F4F4F4"/>
    <a:srgbClr val="3D6E7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127" autoAdjust="0"/>
    <p:restoredTop sz="82839" autoAdjust="0"/>
  </p:normalViewPr>
  <p:slideViewPr>
    <p:cSldViewPr snapToGrid="0" snapToObjects="1" showGuides="1">
      <p:cViewPr varScale="1">
        <p:scale>
          <a:sx n="70" d="100"/>
          <a:sy n="70" d="100"/>
        </p:scale>
        <p:origin x="60" y="66"/>
      </p:cViewPr>
      <p:guideLst>
        <p:guide pos="3840"/>
        <p:guide orient="horz" pos="377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snapToObjects="1" showGuides="1">
      <p:cViewPr varScale="1">
        <p:scale>
          <a:sx n="82" d="100"/>
          <a:sy n="82" d="100"/>
        </p:scale>
        <p:origin x="4008" y="8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commentAuthors" Target="commen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ags" Target="tags/tag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2879725" cy="49053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763964" y="1"/>
            <a:ext cx="2879725" cy="490538"/>
          </a:xfrm>
          <a:prstGeom prst="rect">
            <a:avLst/>
          </a:prstGeom>
        </p:spPr>
        <p:txBody>
          <a:bodyPr vert="horz" lIns="91440" tIns="45720" rIns="91440" bIns="45720" rtlCol="0"/>
          <a:lstStyle>
            <a:lvl1pPr algn="r">
              <a:defRPr sz="1200"/>
            </a:lvl1pPr>
          </a:lstStyle>
          <a:p>
            <a:fld id="{86D088FE-3E68-47FE-8BA4-634CD34BABBC}" type="datetimeFigureOut">
              <a:rPr lang="en-GB" smtClean="0"/>
              <a:pPr/>
              <a:t>16/06/2026</a:t>
            </a:fld>
            <a:endParaRPr lang="en-GB"/>
          </a:p>
        </p:txBody>
      </p:sp>
      <p:sp>
        <p:nvSpPr>
          <p:cNvPr id="4" name="Footer Placeholder 3"/>
          <p:cNvSpPr>
            <a:spLocks noGrp="1"/>
          </p:cNvSpPr>
          <p:nvPr>
            <p:ph type="ftr" sz="quarter" idx="2"/>
          </p:nvPr>
        </p:nvSpPr>
        <p:spPr>
          <a:xfrm>
            <a:off x="1" y="9285289"/>
            <a:ext cx="2879725" cy="490536"/>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763964" y="9285289"/>
            <a:ext cx="2879725" cy="490536"/>
          </a:xfrm>
          <a:prstGeom prst="rect">
            <a:avLst/>
          </a:prstGeom>
        </p:spPr>
        <p:txBody>
          <a:bodyPr vert="horz" lIns="91440" tIns="45720" rIns="91440" bIns="45720" rtlCol="0" anchor="b"/>
          <a:lstStyle>
            <a:lvl1pPr algn="r">
              <a:defRPr sz="1200"/>
            </a:lvl1pPr>
          </a:lstStyle>
          <a:p>
            <a:fld id="{29B31C5D-0DE0-4486-9782-41885BE58160}" type="slidenum">
              <a:rPr lang="en-GB" smtClean="0"/>
              <a:pPr/>
              <a:t>‹#›</a:t>
            </a:fld>
            <a:endParaRPr lang="en-GB"/>
          </a:p>
        </p:txBody>
      </p:sp>
    </p:spTree>
    <p:extLst>
      <p:ext uri="{BB962C8B-B14F-4D97-AF65-F5344CB8AC3E}">
        <p14:creationId xmlns:p14="http://schemas.microsoft.com/office/powerpoint/2010/main" val="299308254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2879619" cy="490489"/>
          </a:xfrm>
          <a:prstGeom prst="rect">
            <a:avLst/>
          </a:prstGeom>
        </p:spPr>
        <p:txBody>
          <a:bodyPr vert="horz" lIns="91440" tIns="45720" rIns="91440" bIns="45720" rtlCol="0"/>
          <a:lstStyle>
            <a:lvl1pPr algn="l">
              <a:defRPr sz="1200">
                <a:latin typeface="Montserrat" panose="00000500000000000000" pitchFamily="2" charset="0"/>
              </a:defRPr>
            </a:lvl1pPr>
          </a:lstStyle>
          <a:p>
            <a:endParaRPr lang="en-GB" dirty="0"/>
          </a:p>
        </p:txBody>
      </p:sp>
      <p:sp>
        <p:nvSpPr>
          <p:cNvPr id="3" name="Date Placeholder 2"/>
          <p:cNvSpPr>
            <a:spLocks noGrp="1"/>
          </p:cNvSpPr>
          <p:nvPr>
            <p:ph type="dt" idx="1"/>
          </p:nvPr>
        </p:nvSpPr>
        <p:spPr>
          <a:xfrm>
            <a:off x="3764119" y="0"/>
            <a:ext cx="2879619" cy="490489"/>
          </a:xfrm>
          <a:prstGeom prst="rect">
            <a:avLst/>
          </a:prstGeom>
        </p:spPr>
        <p:txBody>
          <a:bodyPr vert="horz" lIns="91440" tIns="45720" rIns="91440" bIns="45720" rtlCol="0"/>
          <a:lstStyle>
            <a:lvl1pPr algn="r">
              <a:defRPr sz="1200">
                <a:latin typeface="Montserrat" panose="00000500000000000000" pitchFamily="2" charset="0"/>
              </a:defRPr>
            </a:lvl1pPr>
          </a:lstStyle>
          <a:p>
            <a:fld id="{1D6B66C6-1E92-0F4E-A300-9D4ED1F0C23F}" type="datetimeFigureOut">
              <a:rPr lang="en-GB" smtClean="0"/>
              <a:pPr/>
              <a:t>16/06/2026</a:t>
            </a:fld>
            <a:endParaRPr lang="en-GB"/>
          </a:p>
        </p:txBody>
      </p:sp>
      <p:sp>
        <p:nvSpPr>
          <p:cNvPr id="4" name="Slide Image Placeholder 3"/>
          <p:cNvSpPr>
            <a:spLocks noGrp="1" noRot="1" noChangeAspect="1"/>
          </p:cNvSpPr>
          <p:nvPr>
            <p:ph type="sldImg" idx="2"/>
          </p:nvPr>
        </p:nvSpPr>
        <p:spPr>
          <a:xfrm>
            <a:off x="388938" y="1220788"/>
            <a:ext cx="5867400" cy="3300412"/>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64528" y="4704617"/>
            <a:ext cx="5316220" cy="3849231"/>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Footer Placeholder 5"/>
          <p:cNvSpPr>
            <a:spLocks noGrp="1"/>
          </p:cNvSpPr>
          <p:nvPr>
            <p:ph type="ftr" sz="quarter" idx="4"/>
          </p:nvPr>
        </p:nvSpPr>
        <p:spPr>
          <a:xfrm>
            <a:off x="1" y="9285339"/>
            <a:ext cx="2879619" cy="490488"/>
          </a:xfrm>
          <a:prstGeom prst="rect">
            <a:avLst/>
          </a:prstGeom>
        </p:spPr>
        <p:txBody>
          <a:bodyPr vert="horz" lIns="91440" tIns="45720" rIns="91440" bIns="45720" rtlCol="0" anchor="b"/>
          <a:lstStyle>
            <a:lvl1pPr algn="l">
              <a:defRPr sz="1200">
                <a:latin typeface="Montserrat" panose="00000500000000000000" pitchFamily="2" charset="0"/>
              </a:defRPr>
            </a:lvl1pPr>
          </a:lstStyle>
          <a:p>
            <a:endParaRPr lang="en-GB"/>
          </a:p>
        </p:txBody>
      </p:sp>
      <p:sp>
        <p:nvSpPr>
          <p:cNvPr id="7" name="Slide Number Placeholder 6"/>
          <p:cNvSpPr>
            <a:spLocks noGrp="1"/>
          </p:cNvSpPr>
          <p:nvPr>
            <p:ph type="sldNum" sz="quarter" idx="5"/>
          </p:nvPr>
        </p:nvSpPr>
        <p:spPr>
          <a:xfrm>
            <a:off x="3764119" y="9285339"/>
            <a:ext cx="2879619" cy="490488"/>
          </a:xfrm>
          <a:prstGeom prst="rect">
            <a:avLst/>
          </a:prstGeom>
        </p:spPr>
        <p:txBody>
          <a:bodyPr vert="horz" lIns="91440" tIns="45720" rIns="91440" bIns="45720" rtlCol="0" anchor="b"/>
          <a:lstStyle>
            <a:lvl1pPr algn="r">
              <a:defRPr sz="1200">
                <a:latin typeface="Montserrat" panose="00000500000000000000" pitchFamily="2" charset="0"/>
              </a:defRPr>
            </a:lvl1pPr>
          </a:lstStyle>
          <a:p>
            <a:fld id="{548901C6-1DA1-FB44-ABEE-06A0FEB7738E}" type="slidenum">
              <a:rPr lang="en-GB" smtClean="0"/>
              <a:pPr/>
              <a:t>‹#›</a:t>
            </a:fld>
            <a:endParaRPr lang="en-GB"/>
          </a:p>
        </p:txBody>
      </p:sp>
    </p:spTree>
    <p:extLst>
      <p:ext uri="{BB962C8B-B14F-4D97-AF65-F5344CB8AC3E}">
        <p14:creationId xmlns:p14="http://schemas.microsoft.com/office/powerpoint/2010/main" val="122767479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ontserrat" panose="00000500000000000000" pitchFamily="2" charset="0"/>
        <a:ea typeface="+mn-ea"/>
        <a:cs typeface="+mn-cs"/>
      </a:defRPr>
    </a:lvl1pPr>
    <a:lvl2pPr marL="457200" algn="l" defTabSz="914400" rtl="0" eaLnBrk="1" latinLnBrk="0" hangingPunct="1">
      <a:defRPr sz="1200" kern="1200">
        <a:solidFill>
          <a:schemeClr val="tx1"/>
        </a:solidFill>
        <a:latin typeface="Montserrat" panose="00000500000000000000" pitchFamily="2" charset="0"/>
        <a:ea typeface="+mn-ea"/>
        <a:cs typeface="+mn-cs"/>
      </a:defRPr>
    </a:lvl2pPr>
    <a:lvl3pPr marL="914400" algn="l" defTabSz="914400" rtl="0" eaLnBrk="1" latinLnBrk="0" hangingPunct="1">
      <a:defRPr sz="1200" kern="1200">
        <a:solidFill>
          <a:schemeClr val="tx1"/>
        </a:solidFill>
        <a:latin typeface="Montserrat" panose="00000500000000000000" pitchFamily="2" charset="0"/>
        <a:ea typeface="+mn-ea"/>
        <a:cs typeface="+mn-cs"/>
      </a:defRPr>
    </a:lvl3pPr>
    <a:lvl4pPr marL="1371600" algn="l" defTabSz="914400" rtl="0" eaLnBrk="1" latinLnBrk="0" hangingPunct="1">
      <a:defRPr sz="1200" kern="1200">
        <a:solidFill>
          <a:schemeClr val="tx1"/>
        </a:solidFill>
        <a:latin typeface="Montserrat" panose="00000500000000000000" pitchFamily="2" charset="0"/>
        <a:ea typeface="+mn-ea"/>
        <a:cs typeface="+mn-cs"/>
      </a:defRPr>
    </a:lvl4pPr>
    <a:lvl5pPr marL="1828800" algn="l" defTabSz="914400" rtl="0" eaLnBrk="1" latinLnBrk="0" hangingPunct="1">
      <a:defRPr sz="1200" kern="1200">
        <a:solidFill>
          <a:schemeClr val="tx1"/>
        </a:solidFill>
        <a:latin typeface="Montserrat" panose="00000500000000000000"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6"/>
          <p:cNvSpPr>
            <a:spLocks noGrp="1" noRot="1" noChangeAspect="1" noTextEdit="1"/>
          </p:cNvSpPr>
          <p:nvPr>
            <p:ph type="sldImg"/>
          </p:nvPr>
        </p:nvSpPr>
        <p:spPr>
          <a:ln/>
        </p:spPr>
      </p:sp>
      <p:sp>
        <p:nvSpPr>
          <p:cNvPr id="22531" name="Notes Placeholder 7"/>
          <p:cNvSpPr>
            <a:spLocks noGrp="1"/>
          </p:cNvSpPr>
          <p:nvPr>
            <p:ph type="body" idx="1"/>
          </p:nvPr>
        </p:nvSpPr>
        <p:spPr>
          <a:noFill/>
          <a:ln/>
        </p:spPr>
        <p:txBody>
          <a:bodyPr/>
          <a:lstStyle/>
          <a:p>
            <a:endParaRPr lang="en-US" dirty="0"/>
          </a:p>
        </p:txBody>
      </p:sp>
      <p:sp>
        <p:nvSpPr>
          <p:cNvPr id="2" name="Slide Number Placeholder 1">
            <a:extLst>
              <a:ext uri="{FF2B5EF4-FFF2-40B4-BE49-F238E27FC236}">
                <a16:creationId xmlns:a16="http://schemas.microsoft.com/office/drawing/2014/main" id="{52BA8953-1CA8-4E5E-8FD2-F1EFE14BCB9C}"/>
              </a:ext>
            </a:extLst>
          </p:cNvPr>
          <p:cNvSpPr>
            <a:spLocks noGrp="1"/>
          </p:cNvSpPr>
          <p:nvPr>
            <p:ph type="sldNum" sz="quarter" idx="5"/>
          </p:nvPr>
        </p:nvSpPr>
        <p:spPr/>
        <p:txBody>
          <a:bodyPr/>
          <a:lstStyle/>
          <a:p>
            <a:fld id="{548901C6-1DA1-FB44-ABEE-06A0FEB7738E}" type="slidenum">
              <a:rPr lang="en-GB" smtClean="0"/>
              <a:pPr/>
              <a:t>1</a:t>
            </a:fld>
            <a:endParaRPr lang="en-GB"/>
          </a:p>
        </p:txBody>
      </p:sp>
    </p:spTree>
    <p:extLst>
      <p:ext uri="{BB962C8B-B14F-4D97-AF65-F5344CB8AC3E}">
        <p14:creationId xmlns:p14="http://schemas.microsoft.com/office/powerpoint/2010/main" val="34975316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548901C6-1DA1-FB44-ABEE-06A0FEB7738E}" type="slidenum">
              <a:rPr lang="en-GB" smtClean="0"/>
              <a:pPr/>
              <a:t>2</a:t>
            </a:fld>
            <a:endParaRPr lang="en-GB"/>
          </a:p>
        </p:txBody>
      </p:sp>
    </p:spTree>
    <p:extLst>
      <p:ext uri="{BB962C8B-B14F-4D97-AF65-F5344CB8AC3E}">
        <p14:creationId xmlns:p14="http://schemas.microsoft.com/office/powerpoint/2010/main" val="33945230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548901C6-1DA1-FB44-ABEE-06A0FEB7738E}" type="slidenum">
              <a:rPr lang="en-GB" smtClean="0"/>
              <a:pPr/>
              <a:t>3</a:t>
            </a:fld>
            <a:endParaRPr lang="en-GB"/>
          </a:p>
        </p:txBody>
      </p:sp>
    </p:spTree>
    <p:extLst>
      <p:ext uri="{BB962C8B-B14F-4D97-AF65-F5344CB8AC3E}">
        <p14:creationId xmlns:p14="http://schemas.microsoft.com/office/powerpoint/2010/main" val="4366277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3"/>
          <p:cNvSpPr>
            <a:spLocks noGrp="1" noChangeArrowheads="1"/>
          </p:cNvSpPr>
          <p:nvPr>
            <p:ph type="body" idx="1"/>
          </p:nvPr>
        </p:nvSpPr>
        <p:spPr>
          <a:noFill/>
          <a:ln/>
        </p:spPr>
        <p:txBody>
          <a:bodyPr/>
          <a:lstStyle/>
          <a:p>
            <a:pPr defTabSz="739775">
              <a:tabLst/>
            </a:pPr>
            <a:r>
              <a:rPr lang="en-GB" dirty="0"/>
              <a:t>Style-sheet support gained momentum with the advent of Microsoft and Netscape's version 4 browsers.  Both companies had their own ideas of how to manipulate style properties and this led to a different document object model for each browser.  </a:t>
            </a:r>
          </a:p>
          <a:p>
            <a:pPr defTabSz="739775">
              <a:tabLst/>
            </a:pPr>
            <a:r>
              <a:rPr lang="en-GB" dirty="0"/>
              <a:t>The W3C created a standard (DOM Level1) that specified how to manipulate a HTML or XML  document.  DOM levels 1 and 2 are now recommendations e.g. they can be implemented without fear of a specification change.  DOM level 3 is still a working draft at the time of writing.</a:t>
            </a:r>
          </a:p>
          <a:p>
            <a:pPr defTabSz="739775">
              <a:tabLst/>
            </a:pPr>
            <a:r>
              <a:rPr lang="en-GB" dirty="0"/>
              <a:t>Using DOM manipulation we can programmatically affect the CSS positioning and style of elements on a page.  Internet Explorer 6, Netscape 7, Firefox and Opera 6 have good support for CSS and DOM.</a:t>
            </a:r>
          </a:p>
          <a:p>
            <a:pPr defTabSz="739775">
              <a:tabLst/>
            </a:pPr>
            <a:r>
              <a:rPr lang="en-GB" dirty="0"/>
              <a:t>Since the W3C model is very similar to the IE4 model many modern browsers (e.g. Mozilla Firefox, Opera) support the IE4 model as well as the W3C model.  Netscape 4 doesn't support DOM and its model has been consigned to history.  Some people are of the opinion that supporting  DHTML in NS4 is unnecessary and treat it as a static-display-only browser.</a:t>
            </a:r>
          </a:p>
        </p:txBody>
      </p:sp>
      <p:sp>
        <p:nvSpPr>
          <p:cNvPr id="41987" name="Slide"/>
          <p:cNvSpPr>
            <a:spLocks noGrp="1" noRot="1" noChangeAspect="1" noChangeArrowheads="1" noTextEdit="1"/>
          </p:cNvSpPr>
          <p:nvPr>
            <p:ph type="sldImg" idx="2"/>
          </p:nvPr>
        </p:nvSpPr>
        <p:spPr>
          <a:ln/>
        </p:spPr>
      </p:sp>
      <p:sp>
        <p:nvSpPr>
          <p:cNvPr id="2" name="Slide Number Placeholder 1">
            <a:extLst>
              <a:ext uri="{FF2B5EF4-FFF2-40B4-BE49-F238E27FC236}">
                <a16:creationId xmlns:a16="http://schemas.microsoft.com/office/drawing/2014/main" id="{308A29B4-4337-4F7A-A1A6-DA9AF62FF0CC}"/>
              </a:ext>
            </a:extLst>
          </p:cNvPr>
          <p:cNvSpPr>
            <a:spLocks noGrp="1"/>
          </p:cNvSpPr>
          <p:nvPr>
            <p:ph type="sldNum" sz="quarter" idx="5"/>
          </p:nvPr>
        </p:nvSpPr>
        <p:spPr/>
        <p:txBody>
          <a:bodyPr/>
          <a:lstStyle/>
          <a:p>
            <a:fld id="{548901C6-1DA1-FB44-ABEE-06A0FEB7738E}" type="slidenum">
              <a:rPr lang="en-GB" smtClean="0"/>
              <a:pPr/>
              <a:t>4</a:t>
            </a:fld>
            <a:endParaRPr lang="en-GB"/>
          </a:p>
        </p:txBody>
      </p:sp>
    </p:spTree>
    <p:extLst>
      <p:ext uri="{BB962C8B-B14F-4D97-AF65-F5344CB8AC3E}">
        <p14:creationId xmlns:p14="http://schemas.microsoft.com/office/powerpoint/2010/main" val="988688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body" idx="1"/>
          </p:nvPr>
        </p:nvSpPr>
        <p:spPr>
          <a:noFill/>
          <a:ln/>
        </p:spPr>
        <p:txBody>
          <a:bodyPr lIns="88172" tIns="44086" rIns="88172" bIns="44086"/>
          <a:lstStyle/>
          <a:p>
            <a:r>
              <a:rPr lang="en-US"/>
              <a:t>Every Web document is made up of a variety of elements like &lt;h1&gt;, &lt;p&gt;, &lt;hr&gt;, &lt;img&gt; and others.  The Document Object Model describes each page as a collection of individual objects like headings, paragraphs, horizontal rules, images, etc., all the way down to the individual characters.  Each particular object may have properties associated wit it, usually in the form of HTML attributes.  For example, the heading element on the foil has an alignment attribute which is set to center.  In the object model, this attribute is called a property of an object.  An object may have methods associated with it, and events that may occur and affect it. </a:t>
            </a:r>
          </a:p>
          <a:p>
            <a:r>
              <a:rPr lang="en-US"/>
              <a:t>The W3C document states that the DOM should represent every HTML element as an object and every attribute as a property.</a:t>
            </a:r>
          </a:p>
          <a:p>
            <a:endParaRPr lang="en-US"/>
          </a:p>
        </p:txBody>
      </p:sp>
      <p:sp>
        <p:nvSpPr>
          <p:cNvPr id="43011" name="Slide"/>
          <p:cNvSpPr>
            <a:spLocks noGrp="1" noRot="1" noChangeAspect="1" noChangeArrowheads="1" noTextEdit="1"/>
          </p:cNvSpPr>
          <p:nvPr>
            <p:ph type="sldImg" idx="2"/>
          </p:nvPr>
        </p:nvSpPr>
        <p:spPr>
          <a:ln/>
        </p:spPr>
      </p:sp>
      <p:sp>
        <p:nvSpPr>
          <p:cNvPr id="2" name="Slide Number Placeholder 1">
            <a:extLst>
              <a:ext uri="{FF2B5EF4-FFF2-40B4-BE49-F238E27FC236}">
                <a16:creationId xmlns:a16="http://schemas.microsoft.com/office/drawing/2014/main" id="{E20F21A9-9AD8-4727-AB12-026CD547448B}"/>
              </a:ext>
            </a:extLst>
          </p:cNvPr>
          <p:cNvSpPr>
            <a:spLocks noGrp="1"/>
          </p:cNvSpPr>
          <p:nvPr>
            <p:ph type="sldNum" sz="quarter" idx="5"/>
          </p:nvPr>
        </p:nvSpPr>
        <p:spPr/>
        <p:txBody>
          <a:bodyPr/>
          <a:lstStyle/>
          <a:p>
            <a:fld id="{548901C6-1DA1-FB44-ABEE-06A0FEB7738E}" type="slidenum">
              <a:rPr lang="en-GB" smtClean="0"/>
              <a:pPr/>
              <a:t>5</a:t>
            </a:fld>
            <a:endParaRPr lang="en-GB"/>
          </a:p>
        </p:txBody>
      </p:sp>
    </p:spTree>
    <p:extLst>
      <p:ext uri="{BB962C8B-B14F-4D97-AF65-F5344CB8AC3E}">
        <p14:creationId xmlns:p14="http://schemas.microsoft.com/office/powerpoint/2010/main" val="3205187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body" idx="1"/>
          </p:nvPr>
        </p:nvSpPr>
        <p:spPr>
          <a:noFill/>
          <a:ln/>
        </p:spPr>
        <p:txBody>
          <a:bodyPr/>
          <a:lstStyle/>
          <a:p>
            <a:pPr defTabSz="739775">
              <a:tabLst/>
            </a:pPr>
            <a:r>
              <a:rPr lang="en-GB" dirty="0"/>
              <a:t>When using a DOM compliant browser the whole page is represented as a Document Object Model in accordance with the W3C DOM specification.  That specification also defines how the following methods should act:</a:t>
            </a:r>
          </a:p>
          <a:p>
            <a:pPr defTabSz="739775">
              <a:tabLst/>
            </a:pPr>
            <a:r>
              <a:rPr lang="en-GB" dirty="0"/>
              <a:t>     </a:t>
            </a:r>
            <a:r>
              <a:rPr lang="en-GB" dirty="0" err="1">
                <a:latin typeface="Lucida Console" pitchFamily="49" charset="0"/>
              </a:rPr>
              <a:t>getlementById</a:t>
            </a:r>
            <a:r>
              <a:rPr lang="en-GB" dirty="0"/>
              <a:t> will return a node representing the named element.</a:t>
            </a:r>
          </a:p>
          <a:p>
            <a:pPr defTabSz="739775">
              <a:tabLst/>
            </a:pPr>
            <a:r>
              <a:rPr lang="en-GB" dirty="0"/>
              <a:t>     </a:t>
            </a:r>
            <a:r>
              <a:rPr lang="en-GB" dirty="0" err="1">
                <a:latin typeface="Lucida Console" pitchFamily="49" charset="0"/>
              </a:rPr>
              <a:t>getElementsByTagName</a:t>
            </a:r>
            <a:r>
              <a:rPr lang="en-GB" dirty="0"/>
              <a:t> will return a </a:t>
            </a:r>
            <a:r>
              <a:rPr lang="en-GB" dirty="0" err="1"/>
              <a:t>NodeList</a:t>
            </a:r>
            <a:r>
              <a:rPr lang="en-GB" dirty="0"/>
              <a:t> of all elements, at any level</a:t>
            </a:r>
            <a:br>
              <a:rPr lang="en-GB" dirty="0"/>
            </a:br>
            <a:r>
              <a:rPr lang="en-GB" dirty="0"/>
              <a:t>     in the tree, with that tag name.  A </a:t>
            </a:r>
            <a:r>
              <a:rPr lang="en-GB" dirty="0" err="1"/>
              <a:t>NodeList</a:t>
            </a:r>
            <a:r>
              <a:rPr lang="en-GB" dirty="0"/>
              <a:t> can be manipulated as if it were</a:t>
            </a:r>
            <a:br>
              <a:rPr lang="en-GB" dirty="0"/>
            </a:br>
            <a:r>
              <a:rPr lang="en-GB" dirty="0"/>
              <a:t>     an array </a:t>
            </a:r>
            <a:r>
              <a:rPr lang="en-GB" dirty="0">
                <a:cs typeface="Arial" charset="0"/>
              </a:rPr>
              <a:t>–</a:t>
            </a:r>
            <a:r>
              <a:rPr lang="en-GB" dirty="0"/>
              <a:t> it may be accessed by numeric or associative index, and it has a</a:t>
            </a:r>
            <a:br>
              <a:rPr lang="en-GB" dirty="0"/>
            </a:br>
            <a:r>
              <a:rPr lang="en-GB" dirty="0"/>
              <a:t>     </a:t>
            </a:r>
            <a:r>
              <a:rPr lang="en-GB" dirty="0">
                <a:latin typeface="Lucida Console" pitchFamily="49" charset="0"/>
              </a:rPr>
              <a:t>length</a:t>
            </a:r>
            <a:r>
              <a:rPr lang="en-GB" dirty="0"/>
              <a:t> property</a:t>
            </a:r>
          </a:p>
          <a:p>
            <a:pPr defTabSz="739775">
              <a:tabLst/>
            </a:pPr>
            <a:r>
              <a:rPr lang="en-GB" dirty="0"/>
              <a:t>Since they can be accessed by numeric index in an </a:t>
            </a:r>
            <a:r>
              <a:rPr lang="en-GB" dirty="0" err="1"/>
              <a:t>NodeList</a:t>
            </a:r>
            <a:r>
              <a:rPr lang="en-GB" dirty="0"/>
              <a:t>, tags do not need to be given an ID attribute.  However, using an ID is generally advisable.</a:t>
            </a:r>
          </a:p>
          <a:p>
            <a:pPr defTabSz="739775">
              <a:tabLst/>
            </a:pPr>
            <a:endParaRPr lang="en-GB" dirty="0"/>
          </a:p>
          <a:p>
            <a:pPr defTabSz="739775">
              <a:tabLst/>
            </a:pPr>
            <a:r>
              <a:rPr lang="en-GB" dirty="0"/>
              <a:t>Note that the </a:t>
            </a:r>
            <a:r>
              <a:rPr lang="en-GB" dirty="0" err="1">
                <a:latin typeface="Lucida Console" pitchFamily="49" charset="0"/>
              </a:rPr>
              <a:t>getElementById</a:t>
            </a:r>
            <a:r>
              <a:rPr lang="en-GB" dirty="0"/>
              <a:t> and </a:t>
            </a:r>
            <a:r>
              <a:rPr lang="en-GB" dirty="0" err="1">
                <a:latin typeface="Lucida Console" pitchFamily="49" charset="0"/>
              </a:rPr>
              <a:t>getElementsByTagName</a:t>
            </a:r>
            <a:r>
              <a:rPr lang="en-GB" dirty="0"/>
              <a:t> are  methods not arrays c.f. </a:t>
            </a:r>
            <a:r>
              <a:rPr lang="en-GB" dirty="0" err="1">
                <a:latin typeface="Lucida Console" pitchFamily="49" charset="0"/>
              </a:rPr>
              <a:t>document.all</a:t>
            </a:r>
            <a:r>
              <a:rPr lang="en-GB" dirty="0"/>
              <a:t> which is an array.</a:t>
            </a:r>
          </a:p>
        </p:txBody>
      </p:sp>
      <p:sp>
        <p:nvSpPr>
          <p:cNvPr id="44035" name="Slide"/>
          <p:cNvSpPr>
            <a:spLocks noGrp="1" noRot="1" noChangeAspect="1" noChangeArrowheads="1" noTextEdit="1"/>
          </p:cNvSpPr>
          <p:nvPr>
            <p:ph type="sldImg" idx="2"/>
          </p:nvPr>
        </p:nvSpPr>
        <p:spPr>
          <a:ln/>
        </p:spPr>
      </p:sp>
      <p:sp>
        <p:nvSpPr>
          <p:cNvPr id="2" name="Slide Number Placeholder 1">
            <a:extLst>
              <a:ext uri="{FF2B5EF4-FFF2-40B4-BE49-F238E27FC236}">
                <a16:creationId xmlns:a16="http://schemas.microsoft.com/office/drawing/2014/main" id="{6F08DE5D-CCE8-407F-8CB2-B92AE18B140E}"/>
              </a:ext>
            </a:extLst>
          </p:cNvPr>
          <p:cNvSpPr>
            <a:spLocks noGrp="1"/>
          </p:cNvSpPr>
          <p:nvPr>
            <p:ph type="sldNum" sz="quarter" idx="5"/>
          </p:nvPr>
        </p:nvSpPr>
        <p:spPr/>
        <p:txBody>
          <a:bodyPr/>
          <a:lstStyle/>
          <a:p>
            <a:fld id="{548901C6-1DA1-FB44-ABEE-06A0FEB7738E}" type="slidenum">
              <a:rPr lang="en-GB" smtClean="0"/>
              <a:pPr/>
              <a:t>6</a:t>
            </a:fld>
            <a:endParaRPr lang="en-GB"/>
          </a:p>
        </p:txBody>
      </p:sp>
    </p:spTree>
    <p:extLst>
      <p:ext uri="{BB962C8B-B14F-4D97-AF65-F5344CB8AC3E}">
        <p14:creationId xmlns:p14="http://schemas.microsoft.com/office/powerpoint/2010/main" val="32779213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body" idx="1"/>
          </p:nvPr>
        </p:nvSpPr>
        <p:spPr>
          <a:noFill/>
          <a:ln/>
        </p:spPr>
        <p:txBody>
          <a:bodyPr/>
          <a:lstStyle/>
          <a:p>
            <a:pPr defTabSz="739775">
              <a:tabLst/>
            </a:pPr>
            <a:r>
              <a:rPr lang="en-GB" dirty="0"/>
              <a:t>When using a DOM compliant browser the whole page is represented as a Document Object Model in accordance with the W3C DOM specification.  That specification also defines how the following methods should act:</a:t>
            </a:r>
          </a:p>
          <a:p>
            <a:pPr defTabSz="739775">
              <a:tabLst/>
            </a:pPr>
            <a:r>
              <a:rPr lang="en-GB" dirty="0"/>
              <a:t>     </a:t>
            </a:r>
            <a:r>
              <a:rPr lang="en-GB" dirty="0" err="1">
                <a:latin typeface="Lucida Console" pitchFamily="49" charset="0"/>
              </a:rPr>
              <a:t>getlementById</a:t>
            </a:r>
            <a:r>
              <a:rPr lang="en-GB" dirty="0"/>
              <a:t> will return a node representing the named element.</a:t>
            </a:r>
          </a:p>
          <a:p>
            <a:pPr defTabSz="739775">
              <a:tabLst/>
            </a:pPr>
            <a:r>
              <a:rPr lang="en-GB" dirty="0"/>
              <a:t>     </a:t>
            </a:r>
            <a:r>
              <a:rPr lang="en-GB" dirty="0" err="1">
                <a:latin typeface="Lucida Console" pitchFamily="49" charset="0"/>
              </a:rPr>
              <a:t>getElementsByTagName</a:t>
            </a:r>
            <a:r>
              <a:rPr lang="en-GB" dirty="0"/>
              <a:t> will return a </a:t>
            </a:r>
            <a:r>
              <a:rPr lang="en-GB" dirty="0" err="1"/>
              <a:t>NodeList</a:t>
            </a:r>
            <a:r>
              <a:rPr lang="en-GB" dirty="0"/>
              <a:t> of all elements, at any level</a:t>
            </a:r>
            <a:br>
              <a:rPr lang="en-GB" dirty="0"/>
            </a:br>
            <a:r>
              <a:rPr lang="en-GB" dirty="0"/>
              <a:t>     in the tree, with that tag name.  A </a:t>
            </a:r>
            <a:r>
              <a:rPr lang="en-GB" dirty="0" err="1"/>
              <a:t>NodeList</a:t>
            </a:r>
            <a:r>
              <a:rPr lang="en-GB" dirty="0"/>
              <a:t> can be manipulated as if it were</a:t>
            </a:r>
            <a:br>
              <a:rPr lang="en-GB" dirty="0"/>
            </a:br>
            <a:r>
              <a:rPr lang="en-GB" dirty="0"/>
              <a:t>     an array </a:t>
            </a:r>
            <a:r>
              <a:rPr lang="en-GB" dirty="0">
                <a:cs typeface="Arial" charset="0"/>
              </a:rPr>
              <a:t>–</a:t>
            </a:r>
            <a:r>
              <a:rPr lang="en-GB" dirty="0"/>
              <a:t> it may be accessed by numeric or associative index, and it has a</a:t>
            </a:r>
            <a:br>
              <a:rPr lang="en-GB" dirty="0"/>
            </a:br>
            <a:r>
              <a:rPr lang="en-GB" dirty="0"/>
              <a:t>     </a:t>
            </a:r>
            <a:r>
              <a:rPr lang="en-GB" dirty="0">
                <a:latin typeface="Lucida Console" pitchFamily="49" charset="0"/>
              </a:rPr>
              <a:t>length</a:t>
            </a:r>
            <a:r>
              <a:rPr lang="en-GB" dirty="0"/>
              <a:t> property</a:t>
            </a:r>
          </a:p>
          <a:p>
            <a:pPr defTabSz="739775">
              <a:tabLst/>
            </a:pPr>
            <a:r>
              <a:rPr lang="en-GB" dirty="0"/>
              <a:t>Since they can be accessed by numeric index in an </a:t>
            </a:r>
            <a:r>
              <a:rPr lang="en-GB" dirty="0" err="1"/>
              <a:t>NodeList</a:t>
            </a:r>
            <a:r>
              <a:rPr lang="en-GB" dirty="0"/>
              <a:t>, tags do not need to be given an ID attribute.  However, using an ID is generally advisable.</a:t>
            </a:r>
          </a:p>
          <a:p>
            <a:pPr defTabSz="739775">
              <a:tabLst/>
            </a:pPr>
            <a:endParaRPr lang="en-GB" dirty="0"/>
          </a:p>
          <a:p>
            <a:pPr defTabSz="739775">
              <a:tabLst/>
            </a:pPr>
            <a:r>
              <a:rPr lang="en-GB" dirty="0"/>
              <a:t>Note that the </a:t>
            </a:r>
            <a:r>
              <a:rPr lang="en-GB" dirty="0" err="1">
                <a:latin typeface="Lucida Console" pitchFamily="49" charset="0"/>
              </a:rPr>
              <a:t>getElementById</a:t>
            </a:r>
            <a:r>
              <a:rPr lang="en-GB" dirty="0"/>
              <a:t> and </a:t>
            </a:r>
            <a:r>
              <a:rPr lang="en-GB" dirty="0" err="1">
                <a:latin typeface="Lucida Console" pitchFamily="49" charset="0"/>
              </a:rPr>
              <a:t>getElementsByTagName</a:t>
            </a:r>
            <a:r>
              <a:rPr lang="en-GB" dirty="0"/>
              <a:t> are  methods not arrays c.f. </a:t>
            </a:r>
            <a:r>
              <a:rPr lang="en-GB" dirty="0" err="1">
                <a:latin typeface="Lucida Console" pitchFamily="49" charset="0"/>
              </a:rPr>
              <a:t>document.all</a:t>
            </a:r>
            <a:r>
              <a:rPr lang="en-GB" dirty="0"/>
              <a:t> which is an array.</a:t>
            </a:r>
          </a:p>
        </p:txBody>
      </p:sp>
      <p:sp>
        <p:nvSpPr>
          <p:cNvPr id="44035" name="Slide"/>
          <p:cNvSpPr>
            <a:spLocks noGrp="1" noRot="1" noChangeAspect="1" noChangeArrowheads="1" noTextEdit="1"/>
          </p:cNvSpPr>
          <p:nvPr>
            <p:ph type="sldImg" idx="2"/>
          </p:nvPr>
        </p:nvSpPr>
        <p:spPr>
          <a:ln/>
        </p:spPr>
      </p:sp>
      <p:sp>
        <p:nvSpPr>
          <p:cNvPr id="2" name="Slide Number Placeholder 1">
            <a:extLst>
              <a:ext uri="{FF2B5EF4-FFF2-40B4-BE49-F238E27FC236}">
                <a16:creationId xmlns:a16="http://schemas.microsoft.com/office/drawing/2014/main" id="{0B370DB1-7E1A-4D93-A9C6-214D46F2239E}"/>
              </a:ext>
            </a:extLst>
          </p:cNvPr>
          <p:cNvSpPr>
            <a:spLocks noGrp="1"/>
          </p:cNvSpPr>
          <p:nvPr>
            <p:ph type="sldNum" sz="quarter" idx="5"/>
          </p:nvPr>
        </p:nvSpPr>
        <p:spPr/>
        <p:txBody>
          <a:bodyPr/>
          <a:lstStyle/>
          <a:p>
            <a:fld id="{548901C6-1DA1-FB44-ABEE-06A0FEB7738E}" type="slidenum">
              <a:rPr lang="en-GB" smtClean="0"/>
              <a:pPr/>
              <a:t>7</a:t>
            </a:fld>
            <a:endParaRPr lang="en-GB"/>
          </a:p>
        </p:txBody>
      </p:sp>
    </p:spTree>
    <p:extLst>
      <p:ext uri="{BB962C8B-B14F-4D97-AF65-F5344CB8AC3E}">
        <p14:creationId xmlns:p14="http://schemas.microsoft.com/office/powerpoint/2010/main" val="3948783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body" idx="1"/>
          </p:nvPr>
        </p:nvSpPr>
        <p:spPr>
          <a:noFill/>
          <a:ln/>
        </p:spPr>
        <p:txBody>
          <a:bodyPr/>
          <a:lstStyle/>
          <a:p>
            <a:pPr defTabSz="739775">
              <a:tabLst/>
            </a:pPr>
            <a:endParaRPr lang="en-GB" dirty="0"/>
          </a:p>
        </p:txBody>
      </p:sp>
      <p:sp>
        <p:nvSpPr>
          <p:cNvPr id="44035" name="Slide"/>
          <p:cNvSpPr>
            <a:spLocks noGrp="1" noRot="1" noChangeAspect="1" noChangeArrowheads="1" noTextEdit="1"/>
          </p:cNvSpPr>
          <p:nvPr>
            <p:ph type="sldImg" idx="2"/>
          </p:nvPr>
        </p:nvSpPr>
        <p:spPr>
          <a:ln/>
        </p:spPr>
      </p:sp>
      <p:sp>
        <p:nvSpPr>
          <p:cNvPr id="2" name="Slide Number Placeholder 1">
            <a:extLst>
              <a:ext uri="{FF2B5EF4-FFF2-40B4-BE49-F238E27FC236}">
                <a16:creationId xmlns:a16="http://schemas.microsoft.com/office/drawing/2014/main" id="{0B370DB1-7E1A-4D93-A9C6-214D46F2239E}"/>
              </a:ext>
            </a:extLst>
          </p:cNvPr>
          <p:cNvSpPr>
            <a:spLocks noGrp="1"/>
          </p:cNvSpPr>
          <p:nvPr>
            <p:ph type="sldNum" sz="quarter" idx="5"/>
          </p:nvPr>
        </p:nvSpPr>
        <p:spPr/>
        <p:txBody>
          <a:bodyPr/>
          <a:lstStyle/>
          <a:p>
            <a:fld id="{548901C6-1DA1-FB44-ABEE-06A0FEB7738E}" type="slidenum">
              <a:rPr lang="en-GB" smtClean="0"/>
              <a:pPr/>
              <a:t>8</a:t>
            </a:fld>
            <a:endParaRPr lang="en-GB"/>
          </a:p>
        </p:txBody>
      </p:sp>
    </p:spTree>
    <p:extLst>
      <p:ext uri="{BB962C8B-B14F-4D97-AF65-F5344CB8AC3E}">
        <p14:creationId xmlns:p14="http://schemas.microsoft.com/office/powerpoint/2010/main" val="34566133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body" idx="1"/>
          </p:nvPr>
        </p:nvSpPr>
        <p:spPr>
          <a:noFill/>
          <a:ln/>
        </p:spPr>
        <p:txBody>
          <a:bodyPr/>
          <a:lstStyle/>
          <a:p>
            <a:pPr defTabSz="739775">
              <a:tabLst/>
            </a:pPr>
            <a:endParaRPr lang="en-GB" dirty="0"/>
          </a:p>
        </p:txBody>
      </p:sp>
      <p:sp>
        <p:nvSpPr>
          <p:cNvPr id="44035" name="Slide"/>
          <p:cNvSpPr>
            <a:spLocks noGrp="1" noRot="1" noChangeAspect="1" noChangeArrowheads="1" noTextEdit="1"/>
          </p:cNvSpPr>
          <p:nvPr>
            <p:ph type="sldImg" idx="2"/>
          </p:nvPr>
        </p:nvSpPr>
        <p:spPr>
          <a:ln/>
        </p:spPr>
      </p:sp>
      <p:sp>
        <p:nvSpPr>
          <p:cNvPr id="2" name="Slide Number Placeholder 1">
            <a:extLst>
              <a:ext uri="{FF2B5EF4-FFF2-40B4-BE49-F238E27FC236}">
                <a16:creationId xmlns:a16="http://schemas.microsoft.com/office/drawing/2014/main" id="{0B370DB1-7E1A-4D93-A9C6-214D46F2239E}"/>
              </a:ext>
            </a:extLst>
          </p:cNvPr>
          <p:cNvSpPr>
            <a:spLocks noGrp="1"/>
          </p:cNvSpPr>
          <p:nvPr>
            <p:ph type="sldNum" sz="quarter" idx="5"/>
          </p:nvPr>
        </p:nvSpPr>
        <p:spPr/>
        <p:txBody>
          <a:bodyPr/>
          <a:lstStyle/>
          <a:p>
            <a:fld id="{548901C6-1DA1-FB44-ABEE-06A0FEB7738E}" type="slidenum">
              <a:rPr lang="en-GB" smtClean="0"/>
              <a:pPr/>
              <a:t>9</a:t>
            </a:fld>
            <a:endParaRPr lang="en-GB"/>
          </a:p>
        </p:txBody>
      </p:sp>
    </p:spTree>
    <p:extLst>
      <p:ext uri="{BB962C8B-B14F-4D97-AF65-F5344CB8AC3E}">
        <p14:creationId xmlns:p14="http://schemas.microsoft.com/office/powerpoint/2010/main" val="39149716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10</a:t>
            </a:fld>
            <a:endParaRPr lang="en-GB"/>
          </a:p>
        </p:txBody>
      </p:sp>
    </p:spTree>
    <p:extLst>
      <p:ext uri="{BB962C8B-B14F-4D97-AF65-F5344CB8AC3E}">
        <p14:creationId xmlns:p14="http://schemas.microsoft.com/office/powerpoint/2010/main" val="26836105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548901C6-1DA1-FB44-ABEE-06A0FEB7738E}" type="slidenum">
              <a:rPr lang="en-GB" smtClean="0"/>
              <a:pPr/>
              <a:t>12</a:t>
            </a:fld>
            <a:endParaRPr lang="en-GB"/>
          </a:p>
        </p:txBody>
      </p:sp>
    </p:spTree>
    <p:extLst>
      <p:ext uri="{BB962C8B-B14F-4D97-AF65-F5344CB8AC3E}">
        <p14:creationId xmlns:p14="http://schemas.microsoft.com/office/powerpoint/2010/main" val="20872354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548901C6-1DA1-FB44-ABEE-06A0FEB7738E}" type="slidenum">
              <a:rPr lang="en-GB" smtClean="0"/>
              <a:pPr/>
              <a:t>13</a:t>
            </a:fld>
            <a:endParaRPr lang="en-GB"/>
          </a:p>
        </p:txBody>
      </p:sp>
    </p:spTree>
    <p:extLst>
      <p:ext uri="{BB962C8B-B14F-4D97-AF65-F5344CB8AC3E}">
        <p14:creationId xmlns:p14="http://schemas.microsoft.com/office/powerpoint/2010/main" val="246975418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Q&amp;A/what's next">
    <p:bg>
      <p:bgPr>
        <a:solidFill>
          <a:srgbClr val="EDCD3C"/>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5135880" y="0"/>
            <a:ext cx="7056120" cy="6858000"/>
          </a:xfrm>
          <a:prstGeom prst="rect">
            <a:avLst/>
          </a:prstGeom>
        </p:spPr>
      </p:pic>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0900" y="302477"/>
            <a:ext cx="2643023" cy="1610367"/>
          </a:xfrm>
          <a:prstGeom prst="rect">
            <a:avLst/>
          </a:prstGeom>
        </p:spPr>
      </p:pic>
      <p:sp>
        <p:nvSpPr>
          <p:cNvPr id="7"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
        <p:nvSpPr>
          <p:cNvPr id="16"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grpSp>
        <p:nvGrpSpPr>
          <p:cNvPr id="24" name="Group 23"/>
          <p:cNvGrpSpPr/>
          <p:nvPr userDrawn="1"/>
        </p:nvGrpSpPr>
        <p:grpSpPr>
          <a:xfrm>
            <a:off x="-1420" y="3503895"/>
            <a:ext cx="6359624" cy="2437013"/>
            <a:chOff x="-1420" y="3503895"/>
            <a:chExt cx="6359624" cy="2437013"/>
          </a:xfrm>
          <a:solidFill>
            <a:srgbClr val="004050"/>
          </a:solidFill>
        </p:grpSpPr>
        <p:sp>
          <p:nvSpPr>
            <p:cNvPr id="25" name="Freeform 24">
              <a:extLst>
                <a:ext uri="{FF2B5EF4-FFF2-40B4-BE49-F238E27FC236}">
                  <a16:creationId xmlns:a16="http://schemas.microsoft.com/office/drawing/2014/main" id="{2F450B4C-241D-A544-BBEF-175E01D6A139}"/>
                </a:ext>
              </a:extLst>
            </p:cNvPr>
            <p:cNvSpPr/>
            <p:nvPr userDrawn="1"/>
          </p:nvSpPr>
          <p:spPr>
            <a:xfrm>
              <a:off x="-1420" y="3503895"/>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7BA7C41-EA1C-2F4D-90C7-EC472AB85B8A}"/>
                </a:ext>
              </a:extLst>
            </p:cNvPr>
            <p:cNvSpPr/>
            <p:nvPr/>
          </p:nvSpPr>
          <p:spPr>
            <a:xfrm>
              <a:off x="4768849" y="3504279"/>
              <a:ext cx="1589355" cy="2436629"/>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2F450B4C-241D-A544-BBEF-175E01D6A139}"/>
                </a:ext>
              </a:extLst>
            </p:cNvPr>
            <p:cNvSpPr/>
            <p:nvPr userDrawn="1"/>
          </p:nvSpPr>
          <p:spPr>
            <a:xfrm flipV="1">
              <a:off x="-1420" y="4902788"/>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221280981"/>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Follow us">
    <p:bg>
      <p:bgPr>
        <a:solidFill>
          <a:srgbClr val="28CFF9"/>
        </a:solidFill>
        <a:effectLst/>
      </p:bgPr>
    </p:bg>
    <p:spTree>
      <p:nvGrpSpPr>
        <p:cNvPr id="1" name=""/>
        <p:cNvGrpSpPr/>
        <p:nvPr/>
      </p:nvGrpSpPr>
      <p:grpSpPr>
        <a:xfrm>
          <a:off x="0" y="0"/>
          <a:ext cx="0" cy="0"/>
          <a:chOff x="0" y="0"/>
          <a:chExt cx="0" cy="0"/>
        </a:xfrm>
      </p:grpSpPr>
      <p:pic>
        <p:nvPicPr>
          <p:cNvPr id="4" name="Picture 3"/>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5875020" y="0"/>
            <a:ext cx="6316980" cy="6858000"/>
          </a:xfrm>
          <a:prstGeom prst="rect">
            <a:avLst/>
          </a:prstGeom>
        </p:spPr>
      </p:pic>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0900" y="302477"/>
            <a:ext cx="2643023" cy="1610367"/>
          </a:xfrm>
          <a:prstGeom prst="rect">
            <a:avLst/>
          </a:prstGeom>
        </p:spPr>
      </p:pic>
      <p:sp>
        <p:nvSpPr>
          <p:cNvPr id="7"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
        <p:nvSpPr>
          <p:cNvPr id="16"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grpSp>
        <p:nvGrpSpPr>
          <p:cNvPr id="24" name="Group 23"/>
          <p:cNvGrpSpPr/>
          <p:nvPr userDrawn="1"/>
        </p:nvGrpSpPr>
        <p:grpSpPr>
          <a:xfrm>
            <a:off x="-1420" y="3503895"/>
            <a:ext cx="6359624" cy="2437013"/>
            <a:chOff x="-1420" y="3503895"/>
            <a:chExt cx="6359624" cy="2437013"/>
          </a:xfrm>
          <a:solidFill>
            <a:srgbClr val="004050"/>
          </a:solidFill>
        </p:grpSpPr>
        <p:sp>
          <p:nvSpPr>
            <p:cNvPr id="25" name="Freeform 24">
              <a:extLst>
                <a:ext uri="{FF2B5EF4-FFF2-40B4-BE49-F238E27FC236}">
                  <a16:creationId xmlns:a16="http://schemas.microsoft.com/office/drawing/2014/main" id="{2F450B4C-241D-A544-BBEF-175E01D6A139}"/>
                </a:ext>
              </a:extLst>
            </p:cNvPr>
            <p:cNvSpPr/>
            <p:nvPr userDrawn="1"/>
          </p:nvSpPr>
          <p:spPr>
            <a:xfrm>
              <a:off x="-1420" y="3503895"/>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7BA7C41-EA1C-2F4D-90C7-EC472AB85B8A}"/>
                </a:ext>
              </a:extLst>
            </p:cNvPr>
            <p:cNvSpPr/>
            <p:nvPr/>
          </p:nvSpPr>
          <p:spPr>
            <a:xfrm>
              <a:off x="4768849" y="3504279"/>
              <a:ext cx="1589355" cy="2436629"/>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2F450B4C-241D-A544-BBEF-175E01D6A139}"/>
                </a:ext>
              </a:extLst>
            </p:cNvPr>
            <p:cNvSpPr/>
            <p:nvPr userDrawn="1"/>
          </p:nvSpPr>
          <p:spPr>
            <a:xfrm flipV="1">
              <a:off x="-1420" y="4902788"/>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986434422"/>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Action Tips">
    <p:bg>
      <p:bgPr>
        <a:solidFill>
          <a:srgbClr val="EB622E"/>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7254240" y="0"/>
            <a:ext cx="4937760" cy="6858000"/>
          </a:xfrm>
          <a:prstGeom prst="rect">
            <a:avLst/>
          </a:prstGeom>
        </p:spPr>
      </p:pic>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0900" y="302477"/>
            <a:ext cx="2643023" cy="1610367"/>
          </a:xfrm>
          <a:prstGeom prst="rect">
            <a:avLst/>
          </a:prstGeom>
        </p:spPr>
      </p:pic>
      <p:sp>
        <p:nvSpPr>
          <p:cNvPr id="7"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
        <p:nvSpPr>
          <p:cNvPr id="16"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grpSp>
        <p:nvGrpSpPr>
          <p:cNvPr id="2" name="Group 1"/>
          <p:cNvGrpSpPr/>
          <p:nvPr userDrawn="1"/>
        </p:nvGrpSpPr>
        <p:grpSpPr>
          <a:xfrm>
            <a:off x="-1420" y="3503895"/>
            <a:ext cx="6359624" cy="2437013"/>
            <a:chOff x="-1420" y="3503895"/>
            <a:chExt cx="6359624" cy="2437013"/>
          </a:xfrm>
          <a:solidFill>
            <a:srgbClr val="004050"/>
          </a:solidFill>
        </p:grpSpPr>
        <p:sp>
          <p:nvSpPr>
            <p:cNvPr id="36" name="Freeform 35">
              <a:extLst>
                <a:ext uri="{FF2B5EF4-FFF2-40B4-BE49-F238E27FC236}">
                  <a16:creationId xmlns:a16="http://schemas.microsoft.com/office/drawing/2014/main" id="{2F450B4C-241D-A544-BBEF-175E01D6A139}"/>
                </a:ext>
              </a:extLst>
            </p:cNvPr>
            <p:cNvSpPr/>
            <p:nvPr userDrawn="1"/>
          </p:nvSpPr>
          <p:spPr>
            <a:xfrm>
              <a:off x="-1420" y="3503895"/>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sp>
          <p:nvSpPr>
            <p:cNvPr id="37" name="Freeform 36">
              <a:extLst>
                <a:ext uri="{FF2B5EF4-FFF2-40B4-BE49-F238E27FC236}">
                  <a16:creationId xmlns:a16="http://schemas.microsoft.com/office/drawing/2014/main" id="{17BA7C41-EA1C-2F4D-90C7-EC472AB85B8A}"/>
                </a:ext>
              </a:extLst>
            </p:cNvPr>
            <p:cNvSpPr/>
            <p:nvPr/>
          </p:nvSpPr>
          <p:spPr>
            <a:xfrm>
              <a:off x="4768849" y="3504279"/>
              <a:ext cx="1589355" cy="2436629"/>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40" name="Freeform 39">
              <a:extLst>
                <a:ext uri="{FF2B5EF4-FFF2-40B4-BE49-F238E27FC236}">
                  <a16:creationId xmlns:a16="http://schemas.microsoft.com/office/drawing/2014/main" id="{2F450B4C-241D-A544-BBEF-175E01D6A139}"/>
                </a:ext>
              </a:extLst>
            </p:cNvPr>
            <p:cNvSpPr/>
            <p:nvPr userDrawn="1"/>
          </p:nvSpPr>
          <p:spPr>
            <a:xfrm flipV="1">
              <a:off x="-1420" y="4902788"/>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198876426"/>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1">
    <p:bg>
      <p:bgPr>
        <a:solidFill>
          <a:srgbClr val="09EDB8"/>
        </a:solidFill>
        <a:effectLst/>
      </p:bgPr>
    </p:bg>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6644640" y="15240"/>
            <a:ext cx="5547360" cy="6842760"/>
          </a:xfrm>
          <a:prstGeom prst="rect">
            <a:avLst/>
          </a:prstGeom>
        </p:spPr>
      </p:pic>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0900" y="302477"/>
            <a:ext cx="2643023" cy="1610367"/>
          </a:xfrm>
          <a:prstGeom prst="rect">
            <a:avLst/>
          </a:prstGeom>
        </p:spPr>
      </p:pic>
      <p:sp>
        <p:nvSpPr>
          <p:cNvPr id="8"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
        <p:nvSpPr>
          <p:cNvPr id="18"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grpSp>
        <p:nvGrpSpPr>
          <p:cNvPr id="16" name="Group 15"/>
          <p:cNvGrpSpPr/>
          <p:nvPr userDrawn="1"/>
        </p:nvGrpSpPr>
        <p:grpSpPr>
          <a:xfrm>
            <a:off x="-1420" y="3503895"/>
            <a:ext cx="6359624" cy="2437013"/>
            <a:chOff x="-1420" y="3503895"/>
            <a:chExt cx="6359624" cy="2437013"/>
          </a:xfrm>
          <a:solidFill>
            <a:srgbClr val="004050"/>
          </a:solidFill>
        </p:grpSpPr>
        <p:sp>
          <p:nvSpPr>
            <p:cNvPr id="17" name="Freeform 16">
              <a:extLst>
                <a:ext uri="{FF2B5EF4-FFF2-40B4-BE49-F238E27FC236}">
                  <a16:creationId xmlns:a16="http://schemas.microsoft.com/office/drawing/2014/main" id="{2F450B4C-241D-A544-BBEF-175E01D6A139}"/>
                </a:ext>
              </a:extLst>
            </p:cNvPr>
            <p:cNvSpPr/>
            <p:nvPr userDrawn="1"/>
          </p:nvSpPr>
          <p:spPr>
            <a:xfrm>
              <a:off x="-1420" y="3503895"/>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17BA7C41-EA1C-2F4D-90C7-EC472AB85B8A}"/>
                </a:ext>
              </a:extLst>
            </p:cNvPr>
            <p:cNvSpPr/>
            <p:nvPr/>
          </p:nvSpPr>
          <p:spPr>
            <a:xfrm>
              <a:off x="4768849" y="3504279"/>
              <a:ext cx="1589355" cy="2436629"/>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2F450B4C-241D-A544-BBEF-175E01D6A139}"/>
                </a:ext>
              </a:extLst>
            </p:cNvPr>
            <p:cNvSpPr/>
            <p:nvPr userDrawn="1"/>
          </p:nvSpPr>
          <p:spPr>
            <a:xfrm flipV="1">
              <a:off x="-1420" y="4902788"/>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2656105774"/>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Housekeeping">
    <p:bg>
      <p:bgPr>
        <a:solidFill>
          <a:schemeClr val="tx1"/>
        </a:solidFill>
        <a:effectLst/>
      </p:bgPr>
    </p:bg>
    <p:spTree>
      <p:nvGrpSpPr>
        <p:cNvPr id="1" name=""/>
        <p:cNvGrpSpPr/>
        <p:nvPr/>
      </p:nvGrpSpPr>
      <p:grpSpPr>
        <a:xfrm>
          <a:off x="0" y="0"/>
          <a:ext cx="0" cy="0"/>
          <a:chOff x="0" y="0"/>
          <a:chExt cx="0" cy="0"/>
        </a:xfrm>
      </p:grpSpPr>
      <p:sp>
        <p:nvSpPr>
          <p:cNvPr id="12" name="object 3">
            <a:extLst>
              <a:ext uri="{FF2B5EF4-FFF2-40B4-BE49-F238E27FC236}">
                <a16:creationId xmlns:a16="http://schemas.microsoft.com/office/drawing/2014/main" id="{3344A4B7-0EC8-AD4A-8611-5B12AB419DC2}"/>
              </a:ext>
            </a:extLst>
          </p:cNvPr>
          <p:cNvSpPr/>
          <p:nvPr userDrawn="1"/>
        </p:nvSpPr>
        <p:spPr>
          <a:xfrm>
            <a:off x="0" y="0"/>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tx2"/>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3433680"/>
            <a:ext cx="5627171" cy="968987"/>
          </a:xfrm>
        </p:spPr>
        <p:txBody>
          <a:bodyPr anchor="t" anchorCtr="0">
            <a:noAutofit/>
          </a:bodyPr>
          <a:lstStyle>
            <a:lvl1pPr algn="l">
              <a:lnSpc>
                <a:spcPts val="6000"/>
              </a:lnSpc>
              <a:defRPr sz="3600">
                <a:solidFill>
                  <a:schemeClr val="bg1"/>
                </a:solidFill>
              </a:defRPr>
            </a:lvl1pPr>
          </a:lstStyle>
          <a:p>
            <a:r>
              <a:rPr lang="en-US" noProof="0"/>
              <a:t>Housekeeping</a:t>
            </a:r>
            <a:endParaRPr lang="en-GB" noProof="0" dirty="0"/>
          </a:p>
        </p:txBody>
      </p:sp>
      <p:sp>
        <p:nvSpPr>
          <p:cNvPr id="6" name="Text Placeholder 6"/>
          <p:cNvSpPr>
            <a:spLocks noGrp="1"/>
          </p:cNvSpPr>
          <p:nvPr>
            <p:ph type="body" sz="quarter" idx="12" hasCustomPrompt="1"/>
          </p:nvPr>
        </p:nvSpPr>
        <p:spPr>
          <a:xfrm>
            <a:off x="384784" y="4894524"/>
            <a:ext cx="5627171" cy="1186921"/>
          </a:xfrm>
        </p:spPr>
        <p:txBody>
          <a:bodyPr/>
          <a:lstStyle>
            <a:lvl1pPr marL="342900" marR="0" indent="-342900" algn="l" defTabSz="914400" rtl="0" eaLnBrk="1" fontAlgn="auto" latinLnBrk="0" hangingPunct="1">
              <a:lnSpc>
                <a:spcPct val="100000"/>
              </a:lnSpc>
              <a:spcBef>
                <a:spcPts val="0"/>
              </a:spcBef>
              <a:spcAft>
                <a:spcPts val="0"/>
              </a:spcAft>
              <a:buClrTx/>
              <a:buSzPct val="115000"/>
              <a:buFont typeface="Arial" panose="020B0604020202020204" pitchFamily="34" charset="0"/>
              <a:buChar char="•"/>
              <a:tabLst/>
              <a:defRPr sz="2000" b="0">
                <a:solidFill>
                  <a:schemeClr val="bg1"/>
                </a:solidFill>
              </a:defRPr>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Tree>
    <p:extLst>
      <p:ext uri="{BB962C8B-B14F-4D97-AF65-F5344CB8AC3E}">
        <p14:creationId xmlns:p14="http://schemas.microsoft.com/office/powerpoint/2010/main" val="42768793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Meet &amp; Greet 1">
    <p:bg>
      <p:bgPr>
        <a:solidFill>
          <a:srgbClr val="38E2BB"/>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4108881" y="-11575"/>
            <a:ext cx="8079261" cy="6875362"/>
          </a:xfrm>
          <a:prstGeom prst="rect">
            <a:avLst/>
          </a:prstGeom>
        </p:spPr>
      </p:pic>
      <p:sp>
        <p:nvSpPr>
          <p:cNvPr id="17"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1706477"/>
            <a:ext cx="5002556" cy="808123"/>
          </a:xfrm>
        </p:spPr>
        <p:txBody>
          <a:bodyPr anchor="t" anchorCtr="0">
            <a:noAutofit/>
          </a:bodyPr>
          <a:lstStyle>
            <a:lvl1pPr algn="l">
              <a:lnSpc>
                <a:spcPts val="6000"/>
              </a:lnSpc>
              <a:defRPr sz="3600">
                <a:solidFill>
                  <a:srgbClr val="004050"/>
                </a:solidFill>
              </a:defRPr>
            </a:lvl1pPr>
          </a:lstStyle>
          <a:p>
            <a:r>
              <a:rPr lang="en-US" noProof="0" dirty="0"/>
              <a:t>Meet &amp; Greet</a:t>
            </a:r>
            <a:endParaRPr lang="en-GB" noProof="0" dirty="0"/>
          </a:p>
        </p:txBody>
      </p:sp>
      <p:sp>
        <p:nvSpPr>
          <p:cNvPr id="18" name="Text Placeholder 3"/>
          <p:cNvSpPr>
            <a:spLocks noGrp="1"/>
          </p:cNvSpPr>
          <p:nvPr>
            <p:ph type="body" sz="quarter" idx="10" hasCustomPrompt="1"/>
          </p:nvPr>
        </p:nvSpPr>
        <p:spPr>
          <a:xfrm>
            <a:off x="384785" y="2915404"/>
            <a:ext cx="4278655" cy="3401576"/>
          </a:xfrm>
        </p:spPr>
        <p:txBody>
          <a:bodyPr/>
          <a:lstStyle>
            <a:lvl1pPr>
              <a:lnSpc>
                <a:spcPct val="100000"/>
              </a:lnSpc>
              <a:defRPr b="0" baseline="0"/>
            </a:lvl1pPr>
          </a:lstStyle>
          <a:p>
            <a:pPr lvl="0"/>
            <a:r>
              <a:rPr lang="en-US" dirty="0"/>
              <a:t>Click to edit instructions</a:t>
            </a:r>
          </a:p>
        </p:txBody>
      </p:sp>
    </p:spTree>
    <p:extLst>
      <p:ext uri="{BB962C8B-B14F-4D97-AF65-F5344CB8AC3E}">
        <p14:creationId xmlns:p14="http://schemas.microsoft.com/office/powerpoint/2010/main" val="4045959733"/>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3_03 Section Divider">
    <p:bg>
      <p:bgPr>
        <a:solidFill>
          <a:schemeClr val="tx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76239" y="1556247"/>
            <a:ext cx="5810250" cy="2277604"/>
          </a:xfrm>
        </p:spPr>
        <p:txBody>
          <a:bodyPr anchor="b" anchorCtr="0">
            <a:noAutofit/>
          </a:bodyPr>
          <a:lstStyle>
            <a:lvl1pPr algn="l">
              <a:lnSpc>
                <a:spcPct val="90000"/>
              </a:lnSpc>
              <a:defRPr sz="3600" spc="60" baseline="0">
                <a:solidFill>
                  <a:srgbClr val="004050"/>
                </a:solidFill>
              </a:defRPr>
            </a:lvl1pPr>
          </a:lstStyle>
          <a:p>
            <a:r>
              <a:rPr lang="en-US" noProof="0" dirty="0"/>
              <a:t>CLICK TO EDIT </a:t>
            </a:r>
            <a:br>
              <a:rPr lang="en-US" noProof="0" dirty="0"/>
            </a:br>
            <a:r>
              <a:rPr lang="en-US" noProof="0" dirty="0"/>
              <a:t>MASTER TITLE STYLE</a:t>
            </a:r>
            <a:endParaRPr lang="en-GB" noProof="0" dirty="0"/>
          </a:p>
        </p:txBody>
      </p:sp>
      <p:grpSp>
        <p:nvGrpSpPr>
          <p:cNvPr id="27" name="Group 26"/>
          <p:cNvGrpSpPr/>
          <p:nvPr userDrawn="1"/>
        </p:nvGrpSpPr>
        <p:grpSpPr>
          <a:xfrm>
            <a:off x="-2229" y="2361812"/>
            <a:ext cx="11067619" cy="4502135"/>
            <a:chOff x="-2229" y="2361812"/>
            <a:chExt cx="11067619" cy="4502135"/>
          </a:xfrm>
          <a:solidFill>
            <a:srgbClr val="004050"/>
          </a:solidFill>
        </p:grpSpPr>
        <p:sp>
          <p:nvSpPr>
            <p:cNvPr id="28" name="Freeform 27">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9" name="Freeform 28">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30" name="Freeform 29">
              <a:extLst>
                <a:ext uri="{FF2B5EF4-FFF2-40B4-BE49-F238E27FC236}">
                  <a16:creationId xmlns:a16="http://schemas.microsoft.com/office/drawing/2014/main" id="{2F450B4C-241D-A544-BBEF-175E01D6A139}"/>
                </a:ext>
              </a:extLst>
            </p:cNvPr>
            <p:cNvSpPr/>
            <p:nvPr userDrawn="1"/>
          </p:nvSpPr>
          <p:spPr>
            <a:xfrm flipV="1">
              <a:off x="-2229" y="49513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20029218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4">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Text Placeholder 4"/>
          <p:cNvSpPr>
            <a:spLocks noGrp="1"/>
          </p:cNvSpPr>
          <p:nvPr>
            <p:ph type="body" sz="quarter" idx="15" hasCustomPrompt="1"/>
          </p:nvPr>
        </p:nvSpPr>
        <p:spPr>
          <a:xfrm>
            <a:off x="5037137" y="1349984"/>
            <a:ext cx="6770688" cy="5119407"/>
          </a:xfrm>
        </p:spPr>
        <p:txBody>
          <a:bodyPr/>
          <a:lstStyle>
            <a:lvl1pPr marL="0" indent="0">
              <a:lnSpc>
                <a:spcPct val="100000"/>
              </a:lnSpc>
              <a:buFont typeface="Arial" panose="020B0604020202020204" pitchFamily="34" charset="0"/>
              <a:buNone/>
              <a:defRPr sz="2000" b="0"/>
            </a:lvl1pPr>
            <a:lvl2pPr marL="180000" indent="-180000">
              <a:lnSpc>
                <a:spcPct val="100000"/>
              </a:lnSpc>
              <a:buFont typeface="Arial" panose="020B0604020202020204" pitchFamily="34" charset="0"/>
              <a:buChar char="•"/>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sz="2000"/>
            </a:lvl4pPr>
            <a:lvl5pPr marL="180000" indent="-180000">
              <a:buFont typeface="Arial" panose="020B0604020202020204" pitchFamily="34" charset="0"/>
              <a:buChar char="•"/>
              <a:defRPr sz="2000"/>
            </a:lvl5pPr>
          </a:lstStyle>
          <a:p>
            <a:pPr lvl="0"/>
            <a:r>
              <a:rPr lang="en-US" dirty="0"/>
              <a:t>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Freeform 12">
            <a:extLst>
              <a:ext uri="{FF2B5EF4-FFF2-40B4-BE49-F238E27FC236}">
                <a16:creationId xmlns:a16="http://schemas.microsoft.com/office/drawing/2014/main" id="{DF3D0604-3EEB-7547-A86F-8B3EFC40A3EC}"/>
              </a:ext>
            </a:extLst>
          </p:cNvPr>
          <p:cNvSpPr/>
          <p:nvPr userDrawn="1"/>
        </p:nvSpPr>
        <p:spPr>
          <a:xfrm>
            <a:off x="384784" y="4504759"/>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09EDB8"/>
          </a:solidFill>
          <a:ln w="6350" cap="flat">
            <a:noFill/>
            <a:prstDash val="solid"/>
            <a:miter/>
          </a:ln>
        </p:spPr>
        <p:txBody>
          <a:bodyPr rtlCol="0" anchor="ctr"/>
          <a:lstStyle/>
          <a:p>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0"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rgbClr val="09EDB8"/>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Tree>
    <p:extLst>
      <p:ext uri="{BB962C8B-B14F-4D97-AF65-F5344CB8AC3E}">
        <p14:creationId xmlns:p14="http://schemas.microsoft.com/office/powerpoint/2010/main" val="3589945353"/>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Arrow Left">
    <p:spTree>
      <p:nvGrpSpPr>
        <p:cNvPr id="1" name=""/>
        <p:cNvGrpSpPr/>
        <p:nvPr/>
      </p:nvGrpSpPr>
      <p:grpSpPr>
        <a:xfrm>
          <a:off x="0" y="0"/>
          <a:ext cx="0" cy="0"/>
          <a:chOff x="0" y="0"/>
          <a:chExt cx="0" cy="0"/>
        </a:xfrm>
      </p:grpSpPr>
      <p:sp>
        <p:nvSpPr>
          <p:cNvPr id="3"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5"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grpSp>
        <p:nvGrpSpPr>
          <p:cNvPr id="19" name="Group 18"/>
          <p:cNvGrpSpPr/>
          <p:nvPr userDrawn="1"/>
        </p:nvGrpSpPr>
        <p:grpSpPr>
          <a:xfrm>
            <a:off x="-6058" y="3531457"/>
            <a:ext cx="5797612" cy="2365031"/>
            <a:chOff x="-2229" y="2361812"/>
            <a:chExt cx="11067619" cy="4514835"/>
          </a:xfrm>
          <a:solidFill>
            <a:srgbClr val="09EDB8"/>
          </a:solidFill>
        </p:grpSpPr>
        <p:sp>
          <p:nvSpPr>
            <p:cNvPr id="20" name="Freeform 19">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2" name="Freeform 21">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37035841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00EDB3"/>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91211489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Activity 1">
    <p:bg>
      <p:bgPr>
        <a:solidFill>
          <a:srgbClr val="0EEEB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rgbClr val="004050"/>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4"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lvl1pPr>
          </a:lstStyle>
          <a:p>
            <a:pPr lvl="0"/>
            <a:r>
              <a:rPr lang="en-US" dirty="0"/>
              <a:t>Click to edit instructions</a:t>
            </a:r>
          </a:p>
        </p:txBody>
      </p:sp>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accent1"/>
          </a:solidFill>
          <a:ln w="6350" cap="flat">
            <a:noFill/>
            <a:prstDash val="solid"/>
            <a:miter/>
          </a:ln>
        </p:spPr>
        <p:txBody>
          <a:bodyPr rtlCol="0" anchor="ctr"/>
          <a:lstStyle/>
          <a:p>
            <a:endParaRPr lang="en-GB"/>
          </a:p>
        </p:txBody>
      </p:sp>
    </p:spTree>
    <p:extLst>
      <p:ext uri="{BB962C8B-B14F-4D97-AF65-F5344CB8AC3E}">
        <p14:creationId xmlns:p14="http://schemas.microsoft.com/office/powerpoint/2010/main" val="2786887003"/>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4_01 Section Divider">
    <p:bg>
      <p:bgPr>
        <a:solidFill>
          <a:schemeClr val="tx1"/>
        </a:solidFill>
        <a:effectLst/>
      </p:bgPr>
    </p:bg>
    <p:spTree>
      <p:nvGrpSpPr>
        <p:cNvPr id="1" name=""/>
        <p:cNvGrpSpPr/>
        <p:nvPr/>
      </p:nvGrpSpPr>
      <p:grpSpPr>
        <a:xfrm>
          <a:off x="0" y="0"/>
          <a:ext cx="0" cy="0"/>
          <a:chOff x="0" y="0"/>
          <a:chExt cx="0" cy="0"/>
        </a:xfrm>
      </p:grpSpPr>
      <p:sp>
        <p:nvSpPr>
          <p:cNvPr id="5" name="Rectangle 4"/>
          <p:cNvSpPr/>
          <p:nvPr userDrawn="1"/>
        </p:nvSpPr>
        <p:spPr>
          <a:xfrm>
            <a:off x="-609" y="0"/>
            <a:ext cx="12192609" cy="6858000"/>
          </a:xfrm>
          <a:prstGeom prst="rect">
            <a:avLst/>
          </a:prstGeom>
          <a:solidFill>
            <a:srgbClr val="28C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object 3">
            <a:extLst>
              <a:ext uri="{FF2B5EF4-FFF2-40B4-BE49-F238E27FC236}">
                <a16:creationId xmlns:a16="http://schemas.microsoft.com/office/drawing/2014/main" id="{3344A4B7-0EC8-AD4A-8611-5B12AB419DC2}"/>
              </a:ext>
            </a:extLst>
          </p:cNvPr>
          <p:cNvSpPr/>
          <p:nvPr userDrawn="1"/>
        </p:nvSpPr>
        <p:spPr>
          <a:xfrm>
            <a:off x="0" y="0"/>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rgbClr val="004050"/>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76238" y="2779800"/>
            <a:ext cx="5627171" cy="1682133"/>
          </a:xfrm>
        </p:spPr>
        <p:txBody>
          <a:bodyPr anchor="b" anchorCtr="0">
            <a:noAutofit/>
          </a:bodyPr>
          <a:lstStyle>
            <a:lvl1pPr algn="l">
              <a:lnSpc>
                <a:spcPts val="6000"/>
              </a:lnSpc>
              <a:defRPr sz="3600" spc="60" baseline="0">
                <a:solidFill>
                  <a:srgbClr val="004050"/>
                </a:solidFill>
              </a:defRPr>
            </a:lvl1pPr>
          </a:lstStyle>
          <a:p>
            <a:r>
              <a:rPr lang="en-US" noProof="0" dirty="0"/>
              <a:t>CLICK TO EDIT MASTER TITLE STYLE</a:t>
            </a:r>
            <a:endParaRPr lang="en-GB" noProof="0" dirty="0"/>
          </a:p>
        </p:txBody>
      </p:sp>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a:extLst>
              <a:ext uri="{28A0092B-C50C-407E-A947-70E740481C1C}">
                <a14:useLocalDpi xmlns:a14="http://schemas.microsoft.com/office/drawing/2010/main" val="0"/>
              </a:ext>
            </a:extLst>
          </a:blip>
          <a:stretch>
            <a:fillRect/>
          </a:stretch>
        </p:blipFill>
        <p:spPr>
          <a:xfrm>
            <a:off x="280405" y="399619"/>
            <a:ext cx="857393" cy="522401"/>
          </a:xfrm>
          <a:prstGeom prst="rect">
            <a:avLst/>
          </a:prstGeom>
        </p:spPr>
      </p:pic>
      <p:sp>
        <p:nvSpPr>
          <p:cNvPr id="7" name="Rectangle 6"/>
          <p:cNvSpPr/>
          <p:nvPr userDrawn="1"/>
        </p:nvSpPr>
        <p:spPr>
          <a:xfrm>
            <a:off x="758190" y="769620"/>
            <a:ext cx="379608" cy="110490"/>
          </a:xfrm>
          <a:prstGeom prst="rect">
            <a:avLst/>
          </a:prstGeom>
          <a:solidFill>
            <a:srgbClr val="28C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1161448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7_Text Slide - With side bar C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28C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
        <p:nvSpPr>
          <p:cNvPr id="9" name="Text Placeholder 4"/>
          <p:cNvSpPr>
            <a:spLocks noGrp="1"/>
          </p:cNvSpPr>
          <p:nvPr>
            <p:ph type="body" sz="quarter" idx="15" hasCustomPrompt="1"/>
          </p:nvPr>
        </p:nvSpPr>
        <p:spPr>
          <a:xfrm>
            <a:off x="5037138" y="1349984"/>
            <a:ext cx="5803900" cy="4094163"/>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20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laoreet</a:t>
            </a:r>
            <a:r>
              <a:rPr lang="en-US" dirty="0"/>
              <a:t> </a:t>
            </a:r>
            <a:r>
              <a:rPr lang="en-US" dirty="0" err="1"/>
              <a:t>dolore</a:t>
            </a:r>
            <a:r>
              <a:rPr lang="en-US" dirty="0"/>
              <a:t> magna.</a:t>
            </a:r>
          </a:p>
          <a:p>
            <a:pPr lvl="1"/>
            <a:r>
              <a:rPr lang="en-US" dirty="0"/>
              <a:t>Second level</a:t>
            </a:r>
          </a:p>
        </p:txBody>
      </p:sp>
      <p:sp>
        <p:nvSpPr>
          <p:cNvPr id="11" name="Freeform 10">
            <a:extLst>
              <a:ext uri="{FF2B5EF4-FFF2-40B4-BE49-F238E27FC236}">
                <a16:creationId xmlns:a16="http://schemas.microsoft.com/office/drawing/2014/main" id="{35B5D0DF-4895-DB4F-85D9-C3FFDE55B8C8}"/>
              </a:ext>
            </a:extLst>
          </p:cNvPr>
          <p:cNvSpPr/>
          <p:nvPr userDrawn="1"/>
        </p:nvSpPr>
        <p:spPr>
          <a:xfrm>
            <a:off x="384784" y="4708688"/>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rgbClr val="004050"/>
          </a:solidFill>
          <a:ln w="6350" cap="flat">
            <a:noFill/>
            <a:prstDash val="solid"/>
            <a:miter/>
          </a:ln>
        </p:spPr>
        <p:txBody>
          <a:bodyPr rtlCol="0" anchor="ctr"/>
          <a:lstStyle/>
          <a:p>
            <a:endParaRPr lang="en-GB"/>
          </a:p>
        </p:txBody>
      </p:sp>
    </p:spTree>
    <p:extLst>
      <p:ext uri="{BB962C8B-B14F-4D97-AF65-F5344CB8AC3E}">
        <p14:creationId xmlns:p14="http://schemas.microsoft.com/office/powerpoint/2010/main" val="274887005"/>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7_Text Slide A">
    <p:spTree>
      <p:nvGrpSpPr>
        <p:cNvPr id="1" name=""/>
        <p:cNvGrpSpPr/>
        <p:nvPr/>
      </p:nvGrpSpPr>
      <p:grpSpPr>
        <a:xfrm>
          <a:off x="0" y="0"/>
          <a:ext cx="0" cy="0"/>
          <a:chOff x="0" y="0"/>
          <a:chExt cx="0" cy="0"/>
        </a:xfrm>
      </p:grpSpPr>
      <p:sp>
        <p:nvSpPr>
          <p:cNvPr id="11"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8"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grpSp>
        <p:nvGrpSpPr>
          <p:cNvPr id="21" name="Group 20"/>
          <p:cNvGrpSpPr/>
          <p:nvPr userDrawn="1"/>
        </p:nvGrpSpPr>
        <p:grpSpPr>
          <a:xfrm>
            <a:off x="-6058" y="3531457"/>
            <a:ext cx="5797612" cy="2365031"/>
            <a:chOff x="-2229" y="2361812"/>
            <a:chExt cx="11067619" cy="4514835"/>
          </a:xfrm>
          <a:solidFill>
            <a:srgbClr val="28CFF9"/>
          </a:solidFill>
        </p:grpSpPr>
        <p:sp>
          <p:nvSpPr>
            <p:cNvPr id="22" name="Freeform 21">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3" name="Freeform 22">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4" name="Freeform 23">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82210675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4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28CFF9"/>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194725214"/>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1_Activity 1">
    <p:bg>
      <p:bgPr>
        <a:solidFill>
          <a:srgbClr val="28CFF9"/>
        </a:solidFill>
        <a:effectLst/>
      </p:bgPr>
    </p:bg>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accent1"/>
          </a:solidFill>
          <a:ln w="6350" cap="flat">
            <a:noFill/>
            <a:prstDash val="solid"/>
            <a:miter/>
          </a:ln>
        </p:spPr>
        <p:txBody>
          <a:bodyPr rtlCol="0" anchor="ctr"/>
          <a:lstStyle/>
          <a:p>
            <a:endParaRPr lang="en-GB"/>
          </a:p>
        </p:txBody>
      </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rgbClr val="004050"/>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6"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lvl1pPr>
          </a:lstStyle>
          <a:p>
            <a:pPr lvl="0"/>
            <a:r>
              <a:rPr lang="en-US" dirty="0"/>
              <a:t>Click to edit instructions</a:t>
            </a:r>
          </a:p>
        </p:txBody>
      </p:sp>
    </p:spTree>
    <p:extLst>
      <p:ext uri="{BB962C8B-B14F-4D97-AF65-F5344CB8AC3E}">
        <p14:creationId xmlns:p14="http://schemas.microsoft.com/office/powerpoint/2010/main" val="1928947671"/>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5_03 Section Divider">
    <p:bg>
      <p:bgPr>
        <a:solidFill>
          <a:srgbClr val="F3622C"/>
        </a:solidFill>
        <a:effectLst/>
      </p:bgPr>
    </p:bg>
    <p:spTree>
      <p:nvGrpSpPr>
        <p:cNvPr id="1" name=""/>
        <p:cNvGrpSpPr/>
        <p:nvPr/>
      </p:nvGrpSpPr>
      <p:grpSpPr>
        <a:xfrm>
          <a:off x="0" y="0"/>
          <a:ext cx="0" cy="0"/>
          <a:chOff x="0" y="0"/>
          <a:chExt cx="0" cy="0"/>
        </a:xfrm>
      </p:grpSpPr>
      <p:sp>
        <p:nvSpPr>
          <p:cNvPr id="16" name="Rectangle 15"/>
          <p:cNvSpPr/>
          <p:nvPr userDrawn="1"/>
        </p:nvSpPr>
        <p:spPr>
          <a:xfrm>
            <a:off x="760859" y="768561"/>
            <a:ext cx="379608" cy="110490"/>
          </a:xfrm>
          <a:prstGeom prst="rect">
            <a:avLst/>
          </a:prstGeom>
          <a:solidFill>
            <a:srgbClr val="F362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itle 1">
            <a:extLst>
              <a:ext uri="{FF2B5EF4-FFF2-40B4-BE49-F238E27FC236}">
                <a16:creationId xmlns:a16="http://schemas.microsoft.com/office/drawing/2014/main" id="{EBBB6D40-B4C9-8B4A-B2A6-126F64906376}"/>
              </a:ext>
            </a:extLst>
          </p:cNvPr>
          <p:cNvSpPr>
            <a:spLocks noGrp="1"/>
          </p:cNvSpPr>
          <p:nvPr userDrawn="1">
            <p:ph type="ctrTitle" hasCustomPrompt="1"/>
          </p:nvPr>
        </p:nvSpPr>
        <p:spPr>
          <a:xfrm>
            <a:off x="376239" y="1556247"/>
            <a:ext cx="5810250" cy="2277604"/>
          </a:xfrm>
        </p:spPr>
        <p:txBody>
          <a:bodyPr anchor="b" anchorCtr="0">
            <a:noAutofit/>
          </a:bodyPr>
          <a:lstStyle>
            <a:lvl1pPr algn="l">
              <a:lnSpc>
                <a:spcPct val="90000"/>
              </a:lnSpc>
              <a:defRPr sz="3600" spc="60" baseline="0">
                <a:solidFill>
                  <a:schemeClr val="bg1"/>
                </a:solidFill>
              </a:defRPr>
            </a:lvl1pPr>
          </a:lstStyle>
          <a:p>
            <a:r>
              <a:rPr lang="en-US" noProof="0" dirty="0"/>
              <a:t>CLICK TO EDIT </a:t>
            </a:r>
            <a:br>
              <a:rPr lang="en-US" noProof="0" dirty="0"/>
            </a:br>
            <a:r>
              <a:rPr lang="en-US" noProof="0" dirty="0"/>
              <a:t>MASTER TITLE STYLE</a:t>
            </a:r>
            <a:endParaRPr lang="en-GB" noProof="0" dirty="0"/>
          </a:p>
        </p:txBody>
      </p:sp>
      <p:grpSp>
        <p:nvGrpSpPr>
          <p:cNvPr id="6" name="Group 5"/>
          <p:cNvGrpSpPr/>
          <p:nvPr userDrawn="1"/>
        </p:nvGrpSpPr>
        <p:grpSpPr>
          <a:xfrm>
            <a:off x="-2229" y="2361812"/>
            <a:ext cx="11067619" cy="4502135"/>
            <a:chOff x="-2229" y="2361812"/>
            <a:chExt cx="11067619" cy="4502135"/>
          </a:xfrm>
        </p:grpSpPr>
        <p:sp>
          <p:nvSpPr>
            <p:cNvPr id="10" name="Freeform 9">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solidFill>
              <a:srgbClr val="F8D237"/>
            </a:solid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solidFill>
              <a:srgbClr val="F8D237"/>
            </a:solidFill>
            <a:ln w="6350" cap="flat">
              <a:noFill/>
              <a:prstDash val="solid"/>
              <a:miter/>
            </a:ln>
          </p:spPr>
          <p:txBody>
            <a:bodyPr rtlCol="0" anchor="ctr"/>
            <a:lstStyle/>
            <a:p>
              <a:endParaRPr lang="en-GB"/>
            </a:p>
          </p:txBody>
        </p:sp>
        <p:sp>
          <p:nvSpPr>
            <p:cNvPr id="15" name="Freeform 14">
              <a:extLst>
                <a:ext uri="{FF2B5EF4-FFF2-40B4-BE49-F238E27FC236}">
                  <a16:creationId xmlns:a16="http://schemas.microsoft.com/office/drawing/2014/main" id="{2F450B4C-241D-A544-BBEF-175E01D6A139}"/>
                </a:ext>
              </a:extLst>
            </p:cNvPr>
            <p:cNvSpPr/>
            <p:nvPr userDrawn="1"/>
          </p:nvSpPr>
          <p:spPr>
            <a:xfrm flipV="1">
              <a:off x="-467" y="49513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solidFill>
              <a:srgbClr val="F8D237"/>
            </a:solid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22356146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2_Text Slide - With side bar C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F362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endParaRPr>
          </a:p>
        </p:txBody>
      </p:sp>
      <p:sp>
        <p:nvSpPr>
          <p:cNvPr id="8"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chemeClr val="bg1"/>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
        <p:nvSpPr>
          <p:cNvPr id="9" name="Text Placeholder 4"/>
          <p:cNvSpPr>
            <a:spLocks noGrp="1"/>
          </p:cNvSpPr>
          <p:nvPr>
            <p:ph type="body" sz="quarter" idx="15" hasCustomPrompt="1"/>
          </p:nvPr>
        </p:nvSpPr>
        <p:spPr>
          <a:xfrm>
            <a:off x="5037138" y="1349984"/>
            <a:ext cx="5803900" cy="4094163"/>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20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laoreet</a:t>
            </a:r>
            <a:r>
              <a:rPr lang="en-US" dirty="0"/>
              <a:t> </a:t>
            </a:r>
            <a:r>
              <a:rPr lang="en-US" dirty="0" err="1"/>
              <a:t>dolore</a:t>
            </a:r>
            <a:r>
              <a:rPr lang="en-US" dirty="0"/>
              <a:t> magna.</a:t>
            </a:r>
          </a:p>
          <a:p>
            <a:pPr lvl="1"/>
            <a:r>
              <a:rPr lang="en-US" dirty="0"/>
              <a:t>Second level</a:t>
            </a:r>
          </a:p>
        </p:txBody>
      </p:sp>
      <p:grpSp>
        <p:nvGrpSpPr>
          <p:cNvPr id="4" name="Group 3"/>
          <p:cNvGrpSpPr/>
          <p:nvPr userDrawn="1"/>
        </p:nvGrpSpPr>
        <p:grpSpPr>
          <a:xfrm>
            <a:off x="-1717" y="4568506"/>
            <a:ext cx="4628886" cy="1406446"/>
            <a:chOff x="-1717" y="4568506"/>
            <a:chExt cx="4628886" cy="1406446"/>
          </a:xfrm>
        </p:grpSpPr>
        <p:sp>
          <p:nvSpPr>
            <p:cNvPr id="11" name="Freeform 10">
              <a:extLst>
                <a:ext uri="{FF2B5EF4-FFF2-40B4-BE49-F238E27FC236}">
                  <a16:creationId xmlns:a16="http://schemas.microsoft.com/office/drawing/2014/main" id="{2F450B4C-241D-A544-BBEF-175E01D6A139}"/>
                </a:ext>
              </a:extLst>
            </p:cNvPr>
            <p:cNvSpPr/>
            <p:nvPr userDrawn="1"/>
          </p:nvSpPr>
          <p:spPr>
            <a:xfrm>
              <a:off x="-1717" y="4568506"/>
              <a:ext cx="4004222" cy="595385"/>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8896" h="248186">
                  <a:moveTo>
                    <a:pt x="1668896" y="248186"/>
                  </a:moveTo>
                  <a:lnTo>
                    <a:pt x="331" y="248186"/>
                  </a:lnTo>
                  <a:cubicBezTo>
                    <a:pt x="-110" y="229623"/>
                    <a:pt x="441" y="211060"/>
                    <a:pt x="0" y="192497"/>
                  </a:cubicBezTo>
                  <a:lnTo>
                    <a:pt x="1522910" y="192497"/>
                  </a:lnTo>
                  <a:cubicBezTo>
                    <a:pt x="1465061" y="134140"/>
                    <a:pt x="1411785" y="74768"/>
                    <a:pt x="1376225" y="219"/>
                  </a:cubicBezTo>
                  <a:cubicBezTo>
                    <a:pt x="1396608" y="219"/>
                    <a:pt x="1415468" y="854"/>
                    <a:pt x="1434264" y="219"/>
                  </a:cubicBezTo>
                  <a:cubicBezTo>
                    <a:pt x="1443056" y="-1141"/>
                    <a:pt x="1451568" y="3956"/>
                    <a:pt x="1454520" y="12347"/>
                  </a:cubicBezTo>
                  <a:cubicBezTo>
                    <a:pt x="1472082" y="45816"/>
                    <a:pt x="1493755" y="76961"/>
                    <a:pt x="1519036" y="105057"/>
                  </a:cubicBezTo>
                  <a:cubicBezTo>
                    <a:pt x="1562664" y="155126"/>
                    <a:pt x="1610880" y="201004"/>
                    <a:pt x="1663055" y="242090"/>
                  </a:cubicBezTo>
                  <a:cubicBezTo>
                    <a:pt x="1664833" y="243551"/>
                    <a:pt x="1666610" y="245011"/>
                    <a:pt x="1668261" y="246535"/>
                  </a:cubicBezTo>
                  <a:cubicBezTo>
                    <a:pt x="1668579" y="246599"/>
                    <a:pt x="1668579" y="247170"/>
                    <a:pt x="1668896" y="248186"/>
                  </a:cubicBezTo>
                  <a:close/>
                </a:path>
              </a:pathLst>
            </a:custGeom>
            <a:solidFill>
              <a:srgbClr val="F8D237"/>
            </a:solid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17BA7C41-EA1C-2F4D-90C7-EC472AB85B8A}"/>
                </a:ext>
              </a:extLst>
            </p:cNvPr>
            <p:cNvSpPr/>
            <p:nvPr/>
          </p:nvSpPr>
          <p:spPr>
            <a:xfrm>
              <a:off x="3713028" y="4568727"/>
              <a:ext cx="914141" cy="1401463"/>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solidFill>
              <a:srgbClr val="F8D237"/>
            </a:solid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2F450B4C-241D-A544-BBEF-175E01D6A139}"/>
                </a:ext>
              </a:extLst>
            </p:cNvPr>
            <p:cNvSpPr/>
            <p:nvPr userDrawn="1"/>
          </p:nvSpPr>
          <p:spPr>
            <a:xfrm flipV="1">
              <a:off x="-1717" y="5379567"/>
              <a:ext cx="4004222" cy="595385"/>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8896" h="248186">
                  <a:moveTo>
                    <a:pt x="1668896" y="248186"/>
                  </a:moveTo>
                  <a:lnTo>
                    <a:pt x="331" y="248186"/>
                  </a:lnTo>
                  <a:cubicBezTo>
                    <a:pt x="-110" y="229623"/>
                    <a:pt x="441" y="211060"/>
                    <a:pt x="0" y="192497"/>
                  </a:cubicBezTo>
                  <a:lnTo>
                    <a:pt x="1522910" y="192497"/>
                  </a:lnTo>
                  <a:cubicBezTo>
                    <a:pt x="1465061" y="134140"/>
                    <a:pt x="1411785" y="74768"/>
                    <a:pt x="1376225" y="219"/>
                  </a:cubicBezTo>
                  <a:cubicBezTo>
                    <a:pt x="1396608" y="219"/>
                    <a:pt x="1415468" y="854"/>
                    <a:pt x="1434264" y="219"/>
                  </a:cubicBezTo>
                  <a:cubicBezTo>
                    <a:pt x="1443056" y="-1141"/>
                    <a:pt x="1451568" y="3956"/>
                    <a:pt x="1454520" y="12347"/>
                  </a:cubicBezTo>
                  <a:cubicBezTo>
                    <a:pt x="1472082" y="45816"/>
                    <a:pt x="1493755" y="76961"/>
                    <a:pt x="1519036" y="105057"/>
                  </a:cubicBezTo>
                  <a:cubicBezTo>
                    <a:pt x="1562664" y="155126"/>
                    <a:pt x="1610880" y="201004"/>
                    <a:pt x="1663055" y="242090"/>
                  </a:cubicBezTo>
                  <a:cubicBezTo>
                    <a:pt x="1664833" y="243551"/>
                    <a:pt x="1666610" y="245011"/>
                    <a:pt x="1668261" y="246535"/>
                  </a:cubicBezTo>
                  <a:cubicBezTo>
                    <a:pt x="1668579" y="246599"/>
                    <a:pt x="1668579" y="247170"/>
                    <a:pt x="1668896" y="248186"/>
                  </a:cubicBezTo>
                  <a:close/>
                </a:path>
              </a:pathLst>
            </a:custGeom>
            <a:solidFill>
              <a:srgbClr val="F8D237"/>
            </a:solid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998918914"/>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1_Text Slide A">
    <p:spTree>
      <p:nvGrpSpPr>
        <p:cNvPr id="1" name=""/>
        <p:cNvGrpSpPr/>
        <p:nvPr/>
      </p:nvGrpSpPr>
      <p:grpSpPr>
        <a:xfrm>
          <a:off x="0" y="0"/>
          <a:ext cx="0" cy="0"/>
          <a:chOff x="0" y="0"/>
          <a:chExt cx="0" cy="0"/>
        </a:xfrm>
      </p:grpSpPr>
      <p:sp>
        <p:nvSpPr>
          <p:cNvPr id="15"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6"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grpSp>
        <p:nvGrpSpPr>
          <p:cNvPr id="28" name="Group 27"/>
          <p:cNvGrpSpPr/>
          <p:nvPr userDrawn="1"/>
        </p:nvGrpSpPr>
        <p:grpSpPr>
          <a:xfrm>
            <a:off x="-6058" y="3531457"/>
            <a:ext cx="5797612" cy="2365031"/>
            <a:chOff x="-2229" y="2361812"/>
            <a:chExt cx="11067619" cy="4514835"/>
          </a:xfrm>
        </p:grpSpPr>
        <p:sp>
          <p:nvSpPr>
            <p:cNvPr id="29" name="Freeform 28">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solidFill>
              <a:srgbClr val="F3622C"/>
            </a:solidFill>
            <a:ln w="6350" cap="flat">
              <a:noFill/>
              <a:prstDash val="solid"/>
              <a:miter/>
            </a:ln>
          </p:spPr>
          <p:txBody>
            <a:bodyPr rtlCol="0" anchor="ctr"/>
            <a:lstStyle/>
            <a:p>
              <a:endParaRPr lang="en-GB"/>
            </a:p>
          </p:txBody>
        </p:sp>
        <p:sp>
          <p:nvSpPr>
            <p:cNvPr id="30" name="Freeform 29">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solidFill>
              <a:srgbClr val="F3622C"/>
            </a:solidFill>
            <a:ln w="6350" cap="flat">
              <a:noFill/>
              <a:prstDash val="solid"/>
              <a:miter/>
            </a:ln>
          </p:spPr>
          <p:txBody>
            <a:bodyPr rtlCol="0" anchor="ctr"/>
            <a:lstStyle/>
            <a:p>
              <a:endParaRPr lang="en-GB"/>
            </a:p>
          </p:txBody>
        </p:sp>
        <p:sp>
          <p:nvSpPr>
            <p:cNvPr id="31" name="Freeform 30">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solidFill>
              <a:srgbClr val="F3622C"/>
            </a:solid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41614849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3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F1612C"/>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100865721"/>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2_Activity 1">
    <p:bg>
      <p:bgPr>
        <a:solidFill>
          <a:srgbClr val="F3622C"/>
        </a:solidFill>
        <a:effectLst/>
      </p:bgPr>
    </p:bg>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accent1"/>
          </a:solidFill>
          <a:ln w="6350" cap="flat">
            <a:noFill/>
            <a:prstDash val="solid"/>
            <a:miter/>
          </a:ln>
        </p:spPr>
        <p:txBody>
          <a:bodyPr rtlCol="0" anchor="ctr"/>
          <a:lstStyle/>
          <a:p>
            <a:endParaRPr lang="en-GB">
              <a:solidFill>
                <a:schemeClr val="bg1"/>
              </a:solidFill>
            </a:endParaRPr>
          </a:p>
        </p:txBody>
      </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rgbClr val="004050"/>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6"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lvl1pPr>
          </a:lstStyle>
          <a:p>
            <a:pPr lvl="0"/>
            <a:r>
              <a:rPr lang="en-US" dirty="0"/>
              <a:t>Click to edit instructions</a:t>
            </a:r>
          </a:p>
        </p:txBody>
      </p:sp>
    </p:spTree>
    <p:extLst>
      <p:ext uri="{BB962C8B-B14F-4D97-AF65-F5344CB8AC3E}">
        <p14:creationId xmlns:p14="http://schemas.microsoft.com/office/powerpoint/2010/main" val="1937711222"/>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3_02 Section Divider">
    <p:bg>
      <p:bgPr>
        <a:solidFill>
          <a:srgbClr val="7E007C"/>
        </a:solidFill>
        <a:effectLst/>
      </p:bgPr>
    </p:bg>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A0DD6AED-2202-DD48-A2D6-60CCC5F07320}"/>
              </a:ext>
            </a:extLst>
          </p:cNvPr>
          <p:cNvSpPr/>
          <p:nvPr userDrawn="1"/>
        </p:nvSpPr>
        <p:spPr>
          <a:xfrm>
            <a:off x="-609" y="2116538"/>
            <a:ext cx="11411496" cy="5526322"/>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rgbClr val="F91258"/>
          </a:solidFill>
          <a:ln w="6350" cap="flat">
            <a:noFill/>
            <a:prstDash val="solid"/>
            <a:miter/>
          </a:ln>
        </p:spPr>
        <p:txBody>
          <a:bodyPr rtlCol="0" anchor="ctr"/>
          <a:lstStyle/>
          <a:p>
            <a:endParaRPr lang="en-GB"/>
          </a:p>
        </p:txBody>
      </p:sp>
      <p:sp>
        <p:nvSpPr>
          <p:cNvPr id="13"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76238" y="2067007"/>
            <a:ext cx="5627171" cy="2353439"/>
          </a:xfrm>
        </p:spPr>
        <p:txBody>
          <a:bodyPr anchor="b" anchorCtr="0">
            <a:noAutofit/>
          </a:bodyPr>
          <a:lstStyle>
            <a:lvl1pPr algn="l">
              <a:lnSpc>
                <a:spcPts val="6000"/>
              </a:lnSpc>
              <a:defRPr sz="3600" spc="60" baseline="0">
                <a:solidFill>
                  <a:schemeClr val="bg1"/>
                </a:solidFill>
              </a:defRPr>
            </a:lvl1pPr>
          </a:lstStyle>
          <a:p>
            <a:r>
              <a:rPr lang="en-US" noProof="0" dirty="0"/>
              <a:t>CLICK TO EDIT MASTER TITLE STYLE</a:t>
            </a:r>
            <a:endParaRPr lang="en-GB" noProof="0" dirty="0"/>
          </a:p>
        </p:txBody>
      </p:sp>
    </p:spTree>
    <p:extLst>
      <p:ext uri="{BB962C8B-B14F-4D97-AF65-F5344CB8AC3E}">
        <p14:creationId xmlns:p14="http://schemas.microsoft.com/office/powerpoint/2010/main" val="39967457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4_Text Slide - With side bar C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7E00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chemeClr val="bg1"/>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
        <p:nvSpPr>
          <p:cNvPr id="9" name="Text Placeholder 4"/>
          <p:cNvSpPr>
            <a:spLocks noGrp="1"/>
          </p:cNvSpPr>
          <p:nvPr>
            <p:ph type="body" sz="quarter" idx="15" hasCustomPrompt="1"/>
          </p:nvPr>
        </p:nvSpPr>
        <p:spPr>
          <a:xfrm>
            <a:off x="5037138" y="1349984"/>
            <a:ext cx="5803900" cy="4094163"/>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20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laoreet</a:t>
            </a:r>
            <a:r>
              <a:rPr lang="en-US" dirty="0"/>
              <a:t> </a:t>
            </a:r>
            <a:r>
              <a:rPr lang="en-US" dirty="0" err="1"/>
              <a:t>dolore</a:t>
            </a:r>
            <a:r>
              <a:rPr lang="en-US" dirty="0"/>
              <a:t> magna.</a:t>
            </a:r>
          </a:p>
          <a:p>
            <a:pPr lvl="1"/>
            <a:r>
              <a:rPr lang="en-US" dirty="0"/>
              <a:t>Second level</a:t>
            </a:r>
          </a:p>
        </p:txBody>
      </p:sp>
      <p:grpSp>
        <p:nvGrpSpPr>
          <p:cNvPr id="33" name="Group 32"/>
          <p:cNvGrpSpPr/>
          <p:nvPr userDrawn="1"/>
        </p:nvGrpSpPr>
        <p:grpSpPr>
          <a:xfrm>
            <a:off x="-1717" y="4568506"/>
            <a:ext cx="4628886" cy="1406446"/>
            <a:chOff x="-1717" y="4568506"/>
            <a:chExt cx="4628886" cy="1406446"/>
          </a:xfrm>
          <a:solidFill>
            <a:srgbClr val="F91258"/>
          </a:solidFill>
        </p:grpSpPr>
        <p:sp>
          <p:nvSpPr>
            <p:cNvPr id="34" name="Freeform 33">
              <a:extLst>
                <a:ext uri="{FF2B5EF4-FFF2-40B4-BE49-F238E27FC236}">
                  <a16:creationId xmlns:a16="http://schemas.microsoft.com/office/drawing/2014/main" id="{2F450B4C-241D-A544-BBEF-175E01D6A139}"/>
                </a:ext>
              </a:extLst>
            </p:cNvPr>
            <p:cNvSpPr/>
            <p:nvPr userDrawn="1"/>
          </p:nvSpPr>
          <p:spPr>
            <a:xfrm>
              <a:off x="-1717" y="4568506"/>
              <a:ext cx="4004222" cy="595385"/>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8896" h="248186">
                  <a:moveTo>
                    <a:pt x="1668896" y="248186"/>
                  </a:moveTo>
                  <a:lnTo>
                    <a:pt x="331" y="248186"/>
                  </a:lnTo>
                  <a:cubicBezTo>
                    <a:pt x="-110" y="229623"/>
                    <a:pt x="441" y="211060"/>
                    <a:pt x="0" y="192497"/>
                  </a:cubicBezTo>
                  <a:lnTo>
                    <a:pt x="1522910" y="192497"/>
                  </a:lnTo>
                  <a:cubicBezTo>
                    <a:pt x="1465061" y="134140"/>
                    <a:pt x="1411785" y="74768"/>
                    <a:pt x="1376225" y="219"/>
                  </a:cubicBezTo>
                  <a:cubicBezTo>
                    <a:pt x="1396608" y="219"/>
                    <a:pt x="1415468" y="854"/>
                    <a:pt x="1434264" y="219"/>
                  </a:cubicBezTo>
                  <a:cubicBezTo>
                    <a:pt x="1443056" y="-1141"/>
                    <a:pt x="1451568" y="3956"/>
                    <a:pt x="1454520" y="12347"/>
                  </a:cubicBezTo>
                  <a:cubicBezTo>
                    <a:pt x="1472082" y="45816"/>
                    <a:pt x="1493755" y="76961"/>
                    <a:pt x="1519036" y="105057"/>
                  </a:cubicBezTo>
                  <a:cubicBezTo>
                    <a:pt x="1562664" y="155126"/>
                    <a:pt x="1610880" y="201004"/>
                    <a:pt x="1663055" y="242090"/>
                  </a:cubicBezTo>
                  <a:cubicBezTo>
                    <a:pt x="1664833" y="243551"/>
                    <a:pt x="1666610" y="245011"/>
                    <a:pt x="1668261" y="246535"/>
                  </a:cubicBezTo>
                  <a:cubicBezTo>
                    <a:pt x="1668579" y="246599"/>
                    <a:pt x="1668579" y="247170"/>
                    <a:pt x="1668896" y="248186"/>
                  </a:cubicBezTo>
                  <a:close/>
                </a:path>
              </a:pathLst>
            </a:custGeom>
            <a:grpFill/>
            <a:ln w="6350" cap="flat">
              <a:noFill/>
              <a:prstDash val="solid"/>
              <a:miter/>
            </a:ln>
          </p:spPr>
          <p:txBody>
            <a:bodyPr rtlCol="0" anchor="ctr"/>
            <a:lstStyle/>
            <a:p>
              <a:endParaRPr lang="en-GB"/>
            </a:p>
          </p:txBody>
        </p:sp>
        <p:sp>
          <p:nvSpPr>
            <p:cNvPr id="35" name="Freeform 34">
              <a:extLst>
                <a:ext uri="{FF2B5EF4-FFF2-40B4-BE49-F238E27FC236}">
                  <a16:creationId xmlns:a16="http://schemas.microsoft.com/office/drawing/2014/main" id="{17BA7C41-EA1C-2F4D-90C7-EC472AB85B8A}"/>
                </a:ext>
              </a:extLst>
            </p:cNvPr>
            <p:cNvSpPr/>
            <p:nvPr/>
          </p:nvSpPr>
          <p:spPr>
            <a:xfrm>
              <a:off x="3713028" y="4568727"/>
              <a:ext cx="914141" cy="1401463"/>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36" name="Freeform 35">
              <a:extLst>
                <a:ext uri="{FF2B5EF4-FFF2-40B4-BE49-F238E27FC236}">
                  <a16:creationId xmlns:a16="http://schemas.microsoft.com/office/drawing/2014/main" id="{2F450B4C-241D-A544-BBEF-175E01D6A139}"/>
                </a:ext>
              </a:extLst>
            </p:cNvPr>
            <p:cNvSpPr/>
            <p:nvPr userDrawn="1"/>
          </p:nvSpPr>
          <p:spPr>
            <a:xfrm flipV="1">
              <a:off x="-1717" y="5379567"/>
              <a:ext cx="4004222" cy="595385"/>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8896" h="248186">
                  <a:moveTo>
                    <a:pt x="1668896" y="248186"/>
                  </a:moveTo>
                  <a:lnTo>
                    <a:pt x="331" y="248186"/>
                  </a:lnTo>
                  <a:cubicBezTo>
                    <a:pt x="-110" y="229623"/>
                    <a:pt x="441" y="211060"/>
                    <a:pt x="0" y="192497"/>
                  </a:cubicBezTo>
                  <a:lnTo>
                    <a:pt x="1522910" y="192497"/>
                  </a:lnTo>
                  <a:cubicBezTo>
                    <a:pt x="1465061" y="134140"/>
                    <a:pt x="1411785" y="74768"/>
                    <a:pt x="1376225" y="219"/>
                  </a:cubicBezTo>
                  <a:cubicBezTo>
                    <a:pt x="1396608" y="219"/>
                    <a:pt x="1415468" y="854"/>
                    <a:pt x="1434264" y="219"/>
                  </a:cubicBezTo>
                  <a:cubicBezTo>
                    <a:pt x="1443056" y="-1141"/>
                    <a:pt x="1451568" y="3956"/>
                    <a:pt x="1454520" y="12347"/>
                  </a:cubicBezTo>
                  <a:cubicBezTo>
                    <a:pt x="1472082" y="45816"/>
                    <a:pt x="1493755" y="76961"/>
                    <a:pt x="1519036" y="105057"/>
                  </a:cubicBezTo>
                  <a:cubicBezTo>
                    <a:pt x="1562664" y="155126"/>
                    <a:pt x="1610880" y="201004"/>
                    <a:pt x="1663055" y="242090"/>
                  </a:cubicBezTo>
                  <a:cubicBezTo>
                    <a:pt x="1664833" y="243551"/>
                    <a:pt x="1666610" y="245011"/>
                    <a:pt x="1668261" y="246535"/>
                  </a:cubicBezTo>
                  <a:cubicBezTo>
                    <a:pt x="1668579" y="246599"/>
                    <a:pt x="1668579" y="247170"/>
                    <a:pt x="166889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3345788051"/>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5_Text Slide A">
    <p:spTree>
      <p:nvGrpSpPr>
        <p:cNvPr id="1" name=""/>
        <p:cNvGrpSpPr/>
        <p:nvPr/>
      </p:nvGrpSpPr>
      <p:grpSpPr>
        <a:xfrm>
          <a:off x="0" y="0"/>
          <a:ext cx="0" cy="0"/>
          <a:chOff x="0" y="0"/>
          <a:chExt cx="0" cy="0"/>
        </a:xfrm>
      </p:grpSpPr>
      <p:sp>
        <p:nvSpPr>
          <p:cNvPr id="11"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2"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grpSp>
        <p:nvGrpSpPr>
          <p:cNvPr id="24" name="Group 23"/>
          <p:cNvGrpSpPr/>
          <p:nvPr userDrawn="1"/>
        </p:nvGrpSpPr>
        <p:grpSpPr>
          <a:xfrm>
            <a:off x="-6058" y="3531457"/>
            <a:ext cx="5797612" cy="2365031"/>
            <a:chOff x="-2229" y="2361812"/>
            <a:chExt cx="11067619" cy="4514835"/>
          </a:xfrm>
          <a:solidFill>
            <a:srgbClr val="7E007C"/>
          </a:solidFill>
        </p:grpSpPr>
        <p:sp>
          <p:nvSpPr>
            <p:cNvPr id="25" name="Freeform 24">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59614847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7E007C"/>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6546401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3_Activity 1">
    <p:bg>
      <p:bgPr>
        <a:solidFill>
          <a:srgbClr val="7E007C"/>
        </a:solidFill>
        <a:effectLst/>
      </p:bgPr>
    </p:bg>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bg1"/>
          </a:solidFill>
          <a:ln w="6350" cap="flat">
            <a:noFill/>
            <a:prstDash val="solid"/>
            <a:miter/>
          </a:ln>
        </p:spPr>
        <p:txBody>
          <a:bodyPr rtlCol="0" anchor="ctr"/>
          <a:lstStyle/>
          <a:p>
            <a:endParaRPr lang="en-GB">
              <a:solidFill>
                <a:schemeClr val="bg1"/>
              </a:solidFill>
            </a:endParaRPr>
          </a:p>
        </p:txBody>
      </p:sp>
      <p:sp>
        <p:nvSpPr>
          <p:cNvPr id="7"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chemeClr val="bg1"/>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8"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solidFill>
                  <a:schemeClr val="bg1"/>
                </a:solidFill>
              </a:defRPr>
            </a:lvl1pPr>
          </a:lstStyle>
          <a:p>
            <a:pPr lvl="0"/>
            <a:r>
              <a:rPr lang="en-US" dirty="0"/>
              <a:t>Click to edit instructions</a:t>
            </a:r>
          </a:p>
        </p:txBody>
      </p:sp>
    </p:spTree>
    <p:extLst>
      <p:ext uri="{BB962C8B-B14F-4D97-AF65-F5344CB8AC3E}">
        <p14:creationId xmlns:p14="http://schemas.microsoft.com/office/powerpoint/2010/main" val="3175680889"/>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7"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
        <p:nvSpPr>
          <p:cNvPr id="8" name="Text Placeholder 2">
            <a:extLst>
              <a:ext uri="{FF2B5EF4-FFF2-40B4-BE49-F238E27FC236}">
                <a16:creationId xmlns:a16="http://schemas.microsoft.com/office/drawing/2014/main" id="{B623AAC1-38C0-EC41-AF66-7EC76ACCB83E}"/>
              </a:ext>
            </a:extLst>
          </p:cNvPr>
          <p:cNvSpPr>
            <a:spLocks noGrp="1"/>
          </p:cNvSpPr>
          <p:nvPr>
            <p:ph idx="1"/>
          </p:nvPr>
        </p:nvSpPr>
        <p:spPr>
          <a:xfrm>
            <a:off x="341272" y="1368256"/>
            <a:ext cx="11516239" cy="4955354"/>
          </a:xfrm>
          <a:prstGeom prst="rect">
            <a:avLst/>
          </a:prstGeom>
        </p:spPr>
        <p:txBody>
          <a:bodyPr vert="horz" lIns="0" tIns="0" rIns="0" bIns="0" rtlCol="0" anchor="t" anchorCtr="0">
            <a:noAutofit/>
          </a:bodyPr>
          <a:lstStyle/>
          <a:p>
            <a:pPr lvl="0"/>
            <a:r>
              <a:rPr lang="en-US" dirty="0"/>
              <a:t>Edit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3212588995"/>
      </p:ext>
    </p:extLst>
  </p:cSld>
  <p:clrMapOvr>
    <a:masterClrMapping/>
  </p:clrMapOvr>
  <p:extLst>
    <p:ext uri="{DCECCB84-F9BA-43D5-87BE-67443E8EF086}">
      <p15:sldGuideLst xmlns:p15="http://schemas.microsoft.com/office/powerpoint/2012/main">
        <p15:guide id="1" orient="horz" pos="777" userDrawn="1">
          <p15:clr>
            <a:srgbClr val="FBAE40"/>
          </p15:clr>
        </p15:guide>
        <p15:guide id="2" pos="3840" userDrawn="1">
          <p15:clr>
            <a:srgbClr val="FBAE40"/>
          </p15:clr>
        </p15:guide>
        <p15:guide id="3" orient="horz" pos="2160" userDrawn="1">
          <p15:clr>
            <a:srgbClr val="FBAE40"/>
          </p15:clr>
        </p15:guide>
        <p15:guide id="4" orient="horz" pos="2260" userDrawn="1">
          <p15:clr>
            <a:srgbClr val="FBAE40"/>
          </p15:clr>
        </p15:guide>
        <p15:guide id="5" pos="3940" userDrawn="1">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and image">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2" name="Rectangle 1"/>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3915446001"/>
      </p:ext>
    </p:extLst>
  </p:cSld>
  <p:clrMapOvr>
    <a:masterClrMapping/>
  </p:clrMapOvr>
  <p:extLst>
    <p:ext uri="{DCECCB84-F9BA-43D5-87BE-67443E8EF086}">
      <p15:sldGuideLst xmlns:p15="http://schemas.microsoft.com/office/powerpoint/2012/main">
        <p15:guide id="1" orient="horz" pos="777">
          <p15:clr>
            <a:srgbClr val="FBAE40"/>
          </p15:clr>
        </p15:guide>
        <p15:guide id="2" pos="3840" userDrawn="1">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icons and text">
    <p:spTree>
      <p:nvGrpSpPr>
        <p:cNvPr id="1" name=""/>
        <p:cNvGrpSpPr/>
        <p:nvPr/>
      </p:nvGrpSpPr>
      <p:grpSpPr>
        <a:xfrm>
          <a:off x="0" y="0"/>
          <a:ext cx="0" cy="0"/>
          <a:chOff x="0" y="0"/>
          <a:chExt cx="0" cy="0"/>
        </a:xfrm>
      </p:grpSpPr>
      <p:sp>
        <p:nvSpPr>
          <p:cNvPr id="3" name="Text Placeholder 4"/>
          <p:cNvSpPr>
            <a:spLocks noGrp="1"/>
          </p:cNvSpPr>
          <p:nvPr>
            <p:ph type="body" sz="quarter" idx="15" hasCustomPrompt="1"/>
          </p:nvPr>
        </p:nvSpPr>
        <p:spPr>
          <a:xfrm>
            <a:off x="1059427" y="3673998"/>
            <a:ext cx="2124159" cy="2749952"/>
          </a:xfrm>
        </p:spPr>
        <p:txBody>
          <a:bodyPr/>
          <a:lstStyle>
            <a:lvl1pPr marL="0" indent="0">
              <a:lnSpc>
                <a:spcPct val="100000"/>
              </a:lnSpc>
              <a:buFont typeface="Arial" panose="020B0604020202020204" pitchFamily="34" charset="0"/>
              <a:buNone/>
              <a:defRPr sz="2000" b="0"/>
            </a:lvl1pPr>
            <a:lvl2pPr marL="0" indent="0">
              <a:buFont typeface="Arial" panose="020B0604020202020204" pitchFamily="34" charset="0"/>
              <a:buNone/>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4" name="Text Placeholder 4"/>
          <p:cNvSpPr>
            <a:spLocks noGrp="1"/>
          </p:cNvSpPr>
          <p:nvPr>
            <p:ph type="body" sz="quarter" idx="16" hasCustomPrompt="1"/>
          </p:nvPr>
        </p:nvSpPr>
        <p:spPr>
          <a:xfrm>
            <a:off x="3639645" y="3673998"/>
            <a:ext cx="2068065" cy="2749952"/>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6" name="Text Placeholder 4"/>
          <p:cNvSpPr>
            <a:spLocks noGrp="1"/>
          </p:cNvSpPr>
          <p:nvPr>
            <p:ph type="body" sz="quarter" idx="17" hasCustomPrompt="1"/>
          </p:nvPr>
        </p:nvSpPr>
        <p:spPr>
          <a:xfrm>
            <a:off x="6149996" y="3673998"/>
            <a:ext cx="2130523" cy="2749952"/>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7" name="Picture Placeholder 21"/>
          <p:cNvSpPr>
            <a:spLocks noGrp="1"/>
          </p:cNvSpPr>
          <p:nvPr>
            <p:ph type="pic" sz="quarter" idx="18" hasCustomPrompt="1"/>
          </p:nvPr>
        </p:nvSpPr>
        <p:spPr>
          <a:xfrm>
            <a:off x="1059428" y="1993484"/>
            <a:ext cx="1437932" cy="1437930"/>
          </a:xfrm>
        </p:spPr>
        <p:txBody>
          <a:bodyPr/>
          <a:lstStyle>
            <a:lvl1pPr marL="0" indent="0">
              <a:buNone/>
              <a:defRPr/>
            </a:lvl1pPr>
          </a:lstStyle>
          <a:p>
            <a:r>
              <a:rPr lang="en-GB" dirty="0"/>
              <a:t>icon</a:t>
            </a:r>
          </a:p>
        </p:txBody>
      </p:sp>
      <p:sp>
        <p:nvSpPr>
          <p:cNvPr id="8" name="Picture Placeholder 21"/>
          <p:cNvSpPr>
            <a:spLocks noGrp="1"/>
          </p:cNvSpPr>
          <p:nvPr>
            <p:ph type="pic" sz="quarter" idx="19" hasCustomPrompt="1"/>
          </p:nvPr>
        </p:nvSpPr>
        <p:spPr>
          <a:xfrm>
            <a:off x="3639646" y="1986408"/>
            <a:ext cx="1437932" cy="1437930"/>
          </a:xfrm>
        </p:spPr>
        <p:txBody>
          <a:bodyPr/>
          <a:lstStyle>
            <a:lvl1pPr marL="0" indent="0">
              <a:buNone/>
              <a:defRPr/>
            </a:lvl1pPr>
          </a:lstStyle>
          <a:p>
            <a:r>
              <a:rPr lang="en-GB" dirty="0"/>
              <a:t>icon</a:t>
            </a:r>
          </a:p>
        </p:txBody>
      </p:sp>
      <p:sp>
        <p:nvSpPr>
          <p:cNvPr id="9" name="Picture Placeholder 21"/>
          <p:cNvSpPr>
            <a:spLocks noGrp="1"/>
          </p:cNvSpPr>
          <p:nvPr>
            <p:ph type="pic" sz="quarter" idx="20" hasCustomPrompt="1"/>
          </p:nvPr>
        </p:nvSpPr>
        <p:spPr>
          <a:xfrm>
            <a:off x="6149997" y="1993484"/>
            <a:ext cx="1437932" cy="1437930"/>
          </a:xfrm>
        </p:spPr>
        <p:txBody>
          <a:bodyPr/>
          <a:lstStyle>
            <a:lvl1pPr marL="0" indent="0">
              <a:buNone/>
              <a:defRPr/>
            </a:lvl1pPr>
          </a:lstStyle>
          <a:p>
            <a:r>
              <a:rPr lang="en-GB" dirty="0"/>
              <a:t>icon</a:t>
            </a:r>
          </a:p>
        </p:txBody>
      </p:sp>
      <p:sp>
        <p:nvSpPr>
          <p:cNvPr id="10" name="Text Placeholder 4"/>
          <p:cNvSpPr>
            <a:spLocks noGrp="1"/>
          </p:cNvSpPr>
          <p:nvPr>
            <p:ph type="body" sz="quarter" idx="21" hasCustomPrompt="1"/>
          </p:nvPr>
        </p:nvSpPr>
        <p:spPr>
          <a:xfrm>
            <a:off x="8637070" y="3688989"/>
            <a:ext cx="2183449" cy="2749952"/>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11" name="Picture Placeholder 21"/>
          <p:cNvSpPr>
            <a:spLocks noGrp="1"/>
          </p:cNvSpPr>
          <p:nvPr>
            <p:ph type="pic" sz="quarter" idx="22" hasCustomPrompt="1"/>
          </p:nvPr>
        </p:nvSpPr>
        <p:spPr>
          <a:xfrm>
            <a:off x="8637071" y="2008475"/>
            <a:ext cx="1437932" cy="1437930"/>
          </a:xfrm>
        </p:spPr>
        <p:txBody>
          <a:bodyPr/>
          <a:lstStyle>
            <a:lvl1pPr marL="0" indent="0">
              <a:buNone/>
              <a:defRPr/>
            </a:lvl1pPr>
          </a:lstStyle>
          <a:p>
            <a:r>
              <a:rPr lang="en-GB" dirty="0"/>
              <a:t>icon</a:t>
            </a:r>
          </a:p>
        </p:txBody>
      </p:sp>
      <p:sp>
        <p:nvSpPr>
          <p:cNvPr id="12"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3" name="Rectangle 12"/>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4138968323"/>
      </p:ext>
    </p:extLst>
  </p:cSld>
  <p:clrMapOvr>
    <a:masterClrMapping/>
  </p:clrMapOvr>
  <p:extLst>
    <p:ext uri="{DCECCB84-F9BA-43D5-87BE-67443E8EF086}">
      <p15:sldGuideLst xmlns:p15="http://schemas.microsoft.com/office/powerpoint/2012/main">
        <p15:guide id="1" orient="horz" pos="777">
          <p15:clr>
            <a:srgbClr val="FBAE40"/>
          </p15:clr>
        </p15:guide>
        <p15:guide id="2" pos="384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Four text blocks">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1065907" y="1986354"/>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5" name="Text Placeholder 7"/>
          <p:cNvSpPr>
            <a:spLocks noGrp="1"/>
          </p:cNvSpPr>
          <p:nvPr>
            <p:ph type="body" sz="quarter" idx="13" hasCustomPrompt="1"/>
          </p:nvPr>
        </p:nvSpPr>
        <p:spPr>
          <a:xfrm>
            <a:off x="3511826" y="1986354"/>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6" name="Text Placeholder 7"/>
          <p:cNvSpPr>
            <a:spLocks noGrp="1"/>
          </p:cNvSpPr>
          <p:nvPr>
            <p:ph type="body" sz="quarter" idx="14" hasCustomPrompt="1"/>
          </p:nvPr>
        </p:nvSpPr>
        <p:spPr>
          <a:xfrm>
            <a:off x="5957745" y="1986353"/>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Text Placeholder 7"/>
          <p:cNvSpPr>
            <a:spLocks noGrp="1"/>
          </p:cNvSpPr>
          <p:nvPr>
            <p:ph type="body" sz="quarter" idx="15" hasCustomPrompt="1"/>
          </p:nvPr>
        </p:nvSpPr>
        <p:spPr>
          <a:xfrm>
            <a:off x="8403664" y="1986352"/>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8"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Rectangle 8"/>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112719566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wo Text Blocks">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5915467" y="1992793"/>
            <a:ext cx="464600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5" name="Text Placeholder 7"/>
          <p:cNvSpPr>
            <a:spLocks noGrp="1"/>
          </p:cNvSpPr>
          <p:nvPr>
            <p:ph type="body" sz="quarter" idx="13" hasCustomPrompt="1"/>
          </p:nvPr>
        </p:nvSpPr>
        <p:spPr>
          <a:xfrm>
            <a:off x="1069809" y="1992792"/>
            <a:ext cx="464600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6"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7" name="Rectangle 6"/>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263611775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wo Image and Text">
    <p:spTree>
      <p:nvGrpSpPr>
        <p:cNvPr id="1" name=""/>
        <p:cNvGrpSpPr/>
        <p:nvPr/>
      </p:nvGrpSpPr>
      <p:grpSpPr>
        <a:xfrm>
          <a:off x="0" y="0"/>
          <a:ext cx="0" cy="0"/>
          <a:chOff x="0" y="0"/>
          <a:chExt cx="0" cy="0"/>
        </a:xfrm>
      </p:grpSpPr>
      <p:sp>
        <p:nvSpPr>
          <p:cNvPr id="9" name="Text Placeholder 7"/>
          <p:cNvSpPr>
            <a:spLocks noGrp="1"/>
          </p:cNvSpPr>
          <p:nvPr>
            <p:ph type="body" sz="quarter" idx="17" hasCustomPrompt="1"/>
          </p:nvPr>
        </p:nvSpPr>
        <p:spPr>
          <a:xfrm>
            <a:off x="1080209" y="4307356"/>
            <a:ext cx="4646004" cy="2072171"/>
          </a:xfrm>
        </p:spPr>
        <p:txBody>
          <a:bodyPr/>
          <a:lstStyle>
            <a:lvl1pPr marL="0" indent="0">
              <a:lnSpc>
                <a:spcPct val="100000"/>
              </a:lnSpc>
              <a:buFont typeface="Arial" panose="020B0604020202020204" pitchFamily="34" charset="0"/>
              <a:buNone/>
              <a:defRPr sz="2000" b="0"/>
            </a:lvl1pPr>
            <a:lvl2pPr marL="171450" indent="-171450">
              <a:buFont typeface="Arial" panose="020B0604020202020204" pitchFamily="34" charset="0"/>
              <a:buChar char="•"/>
              <a:defRPr sz="1800"/>
            </a:lvl2pPr>
            <a:lvl3pPr marL="0" indent="0">
              <a:buNone/>
              <a:defRPr sz="1800"/>
            </a:lvl3pPr>
            <a:lvl4pPr>
              <a:defRPr sz="1800"/>
            </a:lvl4pPr>
            <a:lvl5pPr>
              <a:defRPr sz="1800"/>
            </a:lvl5pPr>
          </a:lstStyle>
          <a:p>
            <a:pPr lvl="0"/>
            <a:r>
              <a:rPr lang="en-US" dirty="0"/>
              <a:t>Edit text</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1080209" y="2003204"/>
            <a:ext cx="4645958" cy="2072171"/>
          </a:xfrm>
          <a:prstGeom prst="rect">
            <a:avLst/>
          </a:prstGeom>
        </p:spPr>
        <p:txBody>
          <a:bodyPr/>
          <a:lstStyle>
            <a:lvl1pPr marL="0" indent="0">
              <a:buNone/>
              <a:defRPr baseline="0"/>
            </a:lvl1pPr>
          </a:lstStyle>
          <a:p>
            <a:r>
              <a:rPr lang="en-US"/>
              <a:t>Click icon to add picture</a:t>
            </a:r>
            <a:endParaRPr lang="en-US" dirty="0"/>
          </a:p>
        </p:txBody>
      </p:sp>
      <p:sp>
        <p:nvSpPr>
          <p:cNvPr id="5" name="Picture Placeholder 4">
            <a:extLst>
              <a:ext uri="{FF2B5EF4-FFF2-40B4-BE49-F238E27FC236}">
                <a16:creationId xmlns:a16="http://schemas.microsoft.com/office/drawing/2014/main" id="{749837D3-F6DB-DB49-B987-A2004B0611D5}"/>
              </a:ext>
            </a:extLst>
          </p:cNvPr>
          <p:cNvSpPr>
            <a:spLocks noGrp="1"/>
          </p:cNvSpPr>
          <p:nvPr>
            <p:ph type="pic" sz="quarter" idx="14"/>
          </p:nvPr>
        </p:nvSpPr>
        <p:spPr>
          <a:xfrm>
            <a:off x="5925914" y="2003203"/>
            <a:ext cx="4645958" cy="2072171"/>
          </a:xfrm>
          <a:prstGeom prst="rect">
            <a:avLst/>
          </a:prstGeom>
        </p:spPr>
        <p:txBody>
          <a:bodyPr/>
          <a:lstStyle>
            <a:lvl1pPr marL="0" indent="0">
              <a:buNone/>
              <a:defRPr baseline="0"/>
            </a:lvl1pPr>
          </a:lstStyle>
          <a:p>
            <a:r>
              <a:rPr lang="en-US"/>
              <a:t>Click icon to add picture</a:t>
            </a:r>
            <a:endParaRPr lang="en-US" dirty="0"/>
          </a:p>
        </p:txBody>
      </p:sp>
      <p:sp>
        <p:nvSpPr>
          <p:cNvPr id="8" name="Text Placeholder 7"/>
          <p:cNvSpPr>
            <a:spLocks noGrp="1"/>
          </p:cNvSpPr>
          <p:nvPr>
            <p:ph type="body" sz="quarter" idx="11" hasCustomPrompt="1"/>
          </p:nvPr>
        </p:nvSpPr>
        <p:spPr>
          <a:xfrm>
            <a:off x="5925868" y="4307356"/>
            <a:ext cx="4646004" cy="2072171"/>
          </a:xfrm>
        </p:spPr>
        <p:txBody>
          <a:bodyPr/>
          <a:lstStyle>
            <a:lvl1pPr marL="0" indent="0">
              <a:lnSpc>
                <a:spcPct val="100000"/>
              </a:lnSpc>
              <a:buFont typeface="Arial" panose="020B0604020202020204" pitchFamily="34" charset="0"/>
              <a:buNone/>
              <a:defRPr sz="2000" b="0"/>
            </a:lvl1pPr>
            <a:lvl2pPr marL="171450" indent="-171450">
              <a:buFont typeface="Arial" panose="020B0604020202020204" pitchFamily="34" charset="0"/>
              <a:buChar char="•"/>
              <a:defRPr/>
            </a:lvl2pPr>
          </a:lstStyle>
          <a:p>
            <a:pPr lvl="0"/>
            <a:r>
              <a:rPr lang="en-US" dirty="0"/>
              <a:t>Edit text</a:t>
            </a:r>
          </a:p>
        </p:txBody>
      </p:sp>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2" name="Rectangle 11"/>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1162594457"/>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3" name="Rectangle 2"/>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28791353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1_Hope you enjoyed">
    <p:bg>
      <p:bgPr>
        <a:solidFill>
          <a:srgbClr val="09EDB8"/>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4663440" y="0"/>
            <a:ext cx="7528560" cy="6858000"/>
          </a:xfrm>
          <a:prstGeom prst="rect">
            <a:avLst/>
          </a:prstGeom>
        </p:spPr>
      </p:pic>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0" y="2311970"/>
            <a:ext cx="3138017" cy="1908338"/>
          </a:xfrm>
        </p:spPr>
        <p:txBody>
          <a:bodyPr anchor="b" anchorCtr="0">
            <a:noAutofit/>
          </a:bodyPr>
          <a:lstStyle>
            <a:lvl1pPr algn="l">
              <a:lnSpc>
                <a:spcPct val="100000"/>
              </a:lnSpc>
              <a:defRPr sz="3600" baseline="0"/>
            </a:lvl1pPr>
          </a:lstStyle>
          <a:p>
            <a:r>
              <a:rPr lang="en-US" noProof="0" dirty="0"/>
              <a:t>THANK YOU</a:t>
            </a:r>
            <a:endParaRPr lang="en-GB" noProof="0" dirty="0"/>
          </a:p>
        </p:txBody>
      </p:sp>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0900" y="302477"/>
            <a:ext cx="2643023" cy="1610367"/>
          </a:xfrm>
          <a:prstGeom prst="rect">
            <a:avLst/>
          </a:prstGeom>
        </p:spPr>
      </p:pic>
      <p:sp>
        <p:nvSpPr>
          <p:cNvPr id="8" name="Text Placeholder 6"/>
          <p:cNvSpPr>
            <a:spLocks noGrp="1"/>
          </p:cNvSpPr>
          <p:nvPr>
            <p:ph type="body" sz="quarter" idx="12" hasCustomPrompt="1"/>
          </p:nvPr>
        </p:nvSpPr>
        <p:spPr>
          <a:xfrm>
            <a:off x="385301" y="5306004"/>
            <a:ext cx="4269826"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baseline="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Hope you enjoyed this learning journey.</a:t>
            </a:r>
          </a:p>
        </p:txBody>
      </p:sp>
      <p:grpSp>
        <p:nvGrpSpPr>
          <p:cNvPr id="4" name="Group 3"/>
          <p:cNvGrpSpPr/>
          <p:nvPr userDrawn="1"/>
        </p:nvGrpSpPr>
        <p:grpSpPr>
          <a:xfrm>
            <a:off x="-1698" y="3508800"/>
            <a:ext cx="7016130" cy="2425241"/>
            <a:chOff x="683" y="3508800"/>
            <a:chExt cx="7016130" cy="2425241"/>
          </a:xfrm>
          <a:solidFill>
            <a:srgbClr val="004050"/>
          </a:solidFill>
        </p:grpSpPr>
        <p:sp>
          <p:nvSpPr>
            <p:cNvPr id="25" name="Freeform 24">
              <a:extLst>
                <a:ext uri="{FF2B5EF4-FFF2-40B4-BE49-F238E27FC236}">
                  <a16:creationId xmlns:a16="http://schemas.microsoft.com/office/drawing/2014/main" id="{2F450B4C-241D-A544-BBEF-175E01D6A139}"/>
                </a:ext>
              </a:extLst>
            </p:cNvPr>
            <p:cNvSpPr/>
            <p:nvPr userDrawn="1"/>
          </p:nvSpPr>
          <p:spPr>
            <a:xfrm>
              <a:off x="683" y="3508800"/>
              <a:ext cx="5938619" cy="102700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566 w 1668566"/>
                <a:gd name="connsiteY0" fmla="*/ 248186 h 248186"/>
                <a:gd name="connsiteX1" fmla="*/ 1 w 1668566"/>
                <a:gd name="connsiteY1" fmla="*/ 248186 h 248186"/>
                <a:gd name="connsiteX2" fmla="*/ 229815 w 1668566"/>
                <a:gd name="connsiteY2" fmla="*/ 194032 h 248186"/>
                <a:gd name="connsiteX3" fmla="*/ 1522580 w 1668566"/>
                <a:gd name="connsiteY3" fmla="*/ 192497 h 248186"/>
                <a:gd name="connsiteX4" fmla="*/ 1375895 w 1668566"/>
                <a:gd name="connsiteY4" fmla="*/ 219 h 248186"/>
                <a:gd name="connsiteX5" fmla="*/ 1433934 w 1668566"/>
                <a:gd name="connsiteY5" fmla="*/ 219 h 248186"/>
                <a:gd name="connsiteX6" fmla="*/ 1454190 w 1668566"/>
                <a:gd name="connsiteY6" fmla="*/ 12347 h 248186"/>
                <a:gd name="connsiteX7" fmla="*/ 1518706 w 1668566"/>
                <a:gd name="connsiteY7" fmla="*/ 105057 h 248186"/>
                <a:gd name="connsiteX8" fmla="*/ 1662725 w 1668566"/>
                <a:gd name="connsiteY8" fmla="*/ 242090 h 248186"/>
                <a:gd name="connsiteX9" fmla="*/ 1667931 w 1668566"/>
                <a:gd name="connsiteY9" fmla="*/ 246535 h 248186"/>
                <a:gd name="connsiteX10" fmla="*/ 1668566 w 1668566"/>
                <a:gd name="connsiteY10" fmla="*/ 248186 h 248186"/>
                <a:gd name="connsiteX0" fmla="*/ 1440017 w 1440017"/>
                <a:gd name="connsiteY0" fmla="*/ 248186 h 248186"/>
                <a:gd name="connsiteX1" fmla="*/ 62 w 1440017"/>
                <a:gd name="connsiteY1" fmla="*/ 248186 h 248186"/>
                <a:gd name="connsiteX2" fmla="*/ 1266 w 1440017"/>
                <a:gd name="connsiteY2" fmla="*/ 194032 h 248186"/>
                <a:gd name="connsiteX3" fmla="*/ 1294031 w 1440017"/>
                <a:gd name="connsiteY3" fmla="*/ 192497 h 248186"/>
                <a:gd name="connsiteX4" fmla="*/ 1147346 w 1440017"/>
                <a:gd name="connsiteY4" fmla="*/ 219 h 248186"/>
                <a:gd name="connsiteX5" fmla="*/ 1205385 w 1440017"/>
                <a:gd name="connsiteY5" fmla="*/ 219 h 248186"/>
                <a:gd name="connsiteX6" fmla="*/ 1225641 w 1440017"/>
                <a:gd name="connsiteY6" fmla="*/ 12347 h 248186"/>
                <a:gd name="connsiteX7" fmla="*/ 1290157 w 1440017"/>
                <a:gd name="connsiteY7" fmla="*/ 105057 h 248186"/>
                <a:gd name="connsiteX8" fmla="*/ 1434176 w 1440017"/>
                <a:gd name="connsiteY8" fmla="*/ 242090 h 248186"/>
                <a:gd name="connsiteX9" fmla="*/ 1439382 w 1440017"/>
                <a:gd name="connsiteY9" fmla="*/ 246535 h 248186"/>
                <a:gd name="connsiteX10" fmla="*/ 1440017 w 1440017"/>
                <a:gd name="connsiteY10" fmla="*/ 248186 h 248186"/>
                <a:gd name="connsiteX0" fmla="*/ 1439987 w 1439987"/>
                <a:gd name="connsiteY0" fmla="*/ 248186 h 248186"/>
                <a:gd name="connsiteX1" fmla="*/ 32 w 1439987"/>
                <a:gd name="connsiteY1" fmla="*/ 248186 h 248186"/>
                <a:gd name="connsiteX2" fmla="*/ 3538 w 1439987"/>
                <a:gd name="connsiteY2" fmla="*/ 192881 h 248186"/>
                <a:gd name="connsiteX3" fmla="*/ 1294001 w 1439987"/>
                <a:gd name="connsiteY3" fmla="*/ 192497 h 248186"/>
                <a:gd name="connsiteX4" fmla="*/ 1147316 w 1439987"/>
                <a:gd name="connsiteY4" fmla="*/ 219 h 248186"/>
                <a:gd name="connsiteX5" fmla="*/ 1205355 w 1439987"/>
                <a:gd name="connsiteY5" fmla="*/ 219 h 248186"/>
                <a:gd name="connsiteX6" fmla="*/ 1225611 w 1439987"/>
                <a:gd name="connsiteY6" fmla="*/ 12347 h 248186"/>
                <a:gd name="connsiteX7" fmla="*/ 1290127 w 1439987"/>
                <a:gd name="connsiteY7" fmla="*/ 105057 h 248186"/>
                <a:gd name="connsiteX8" fmla="*/ 1434146 w 1439987"/>
                <a:gd name="connsiteY8" fmla="*/ 242090 h 248186"/>
                <a:gd name="connsiteX9" fmla="*/ 1439352 w 1439987"/>
                <a:gd name="connsiteY9" fmla="*/ 246535 h 248186"/>
                <a:gd name="connsiteX10" fmla="*/ 1439987 w 1439987"/>
                <a:gd name="connsiteY10" fmla="*/ 248186 h 248186"/>
                <a:gd name="connsiteX0" fmla="*/ 1436625 w 1436625"/>
                <a:gd name="connsiteY0" fmla="*/ 248186 h 248186"/>
                <a:gd name="connsiteX1" fmla="*/ 122 w 1436625"/>
                <a:gd name="connsiteY1" fmla="*/ 248186 h 248186"/>
                <a:gd name="connsiteX2" fmla="*/ 176 w 1436625"/>
                <a:gd name="connsiteY2" fmla="*/ 192881 h 248186"/>
                <a:gd name="connsiteX3" fmla="*/ 1290639 w 1436625"/>
                <a:gd name="connsiteY3" fmla="*/ 192497 h 248186"/>
                <a:gd name="connsiteX4" fmla="*/ 1143954 w 1436625"/>
                <a:gd name="connsiteY4" fmla="*/ 219 h 248186"/>
                <a:gd name="connsiteX5" fmla="*/ 1201993 w 1436625"/>
                <a:gd name="connsiteY5" fmla="*/ 219 h 248186"/>
                <a:gd name="connsiteX6" fmla="*/ 1222249 w 1436625"/>
                <a:gd name="connsiteY6" fmla="*/ 12347 h 248186"/>
                <a:gd name="connsiteX7" fmla="*/ 1286765 w 1436625"/>
                <a:gd name="connsiteY7" fmla="*/ 105057 h 248186"/>
                <a:gd name="connsiteX8" fmla="*/ 1430784 w 1436625"/>
                <a:gd name="connsiteY8" fmla="*/ 242090 h 248186"/>
                <a:gd name="connsiteX9" fmla="*/ 1435990 w 1436625"/>
                <a:gd name="connsiteY9" fmla="*/ 246535 h 248186"/>
                <a:gd name="connsiteX10" fmla="*/ 1436625 w 1436625"/>
                <a:gd name="connsiteY10" fmla="*/ 248186 h 248186"/>
                <a:gd name="connsiteX0" fmla="*/ 1436553 w 1436553"/>
                <a:gd name="connsiteY0" fmla="*/ 248186 h 248186"/>
                <a:gd name="connsiteX1" fmla="*/ 50 w 1436553"/>
                <a:gd name="connsiteY1" fmla="*/ 248186 h 248186"/>
                <a:gd name="connsiteX2" fmla="*/ 1830 w 1436553"/>
                <a:gd name="connsiteY2" fmla="*/ 192881 h 248186"/>
                <a:gd name="connsiteX3" fmla="*/ 1290567 w 1436553"/>
                <a:gd name="connsiteY3" fmla="*/ 192497 h 248186"/>
                <a:gd name="connsiteX4" fmla="*/ 1143882 w 1436553"/>
                <a:gd name="connsiteY4" fmla="*/ 219 h 248186"/>
                <a:gd name="connsiteX5" fmla="*/ 1201921 w 1436553"/>
                <a:gd name="connsiteY5" fmla="*/ 219 h 248186"/>
                <a:gd name="connsiteX6" fmla="*/ 1222177 w 1436553"/>
                <a:gd name="connsiteY6" fmla="*/ 12347 h 248186"/>
                <a:gd name="connsiteX7" fmla="*/ 1286693 w 1436553"/>
                <a:gd name="connsiteY7" fmla="*/ 105057 h 248186"/>
                <a:gd name="connsiteX8" fmla="*/ 1430712 w 1436553"/>
                <a:gd name="connsiteY8" fmla="*/ 242090 h 248186"/>
                <a:gd name="connsiteX9" fmla="*/ 1435918 w 1436553"/>
                <a:gd name="connsiteY9" fmla="*/ 246535 h 248186"/>
                <a:gd name="connsiteX10" fmla="*/ 1436553 w 1436553"/>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34899" h="248186">
                  <a:moveTo>
                    <a:pt x="1434899" y="248186"/>
                  </a:moveTo>
                  <a:lnTo>
                    <a:pt x="122" y="248186"/>
                  </a:lnTo>
                  <a:cubicBezTo>
                    <a:pt x="-319" y="229623"/>
                    <a:pt x="617" y="211444"/>
                    <a:pt x="176" y="192881"/>
                  </a:cubicBezTo>
                  <a:lnTo>
                    <a:pt x="1288913" y="192497"/>
                  </a:lnTo>
                  <a:cubicBezTo>
                    <a:pt x="1231064" y="134140"/>
                    <a:pt x="1177788" y="74768"/>
                    <a:pt x="1142228" y="219"/>
                  </a:cubicBezTo>
                  <a:cubicBezTo>
                    <a:pt x="1162611" y="219"/>
                    <a:pt x="1181471" y="854"/>
                    <a:pt x="1200267" y="219"/>
                  </a:cubicBezTo>
                  <a:cubicBezTo>
                    <a:pt x="1209059" y="-1141"/>
                    <a:pt x="1217571" y="3956"/>
                    <a:pt x="1220523" y="12347"/>
                  </a:cubicBezTo>
                  <a:cubicBezTo>
                    <a:pt x="1238085" y="45816"/>
                    <a:pt x="1259758" y="76961"/>
                    <a:pt x="1285039" y="105057"/>
                  </a:cubicBezTo>
                  <a:cubicBezTo>
                    <a:pt x="1328667" y="155126"/>
                    <a:pt x="1376883" y="201004"/>
                    <a:pt x="1429058" y="242090"/>
                  </a:cubicBezTo>
                  <a:cubicBezTo>
                    <a:pt x="1430836" y="243551"/>
                    <a:pt x="1432613" y="245011"/>
                    <a:pt x="1434264" y="246535"/>
                  </a:cubicBezTo>
                  <a:cubicBezTo>
                    <a:pt x="1434582" y="246599"/>
                    <a:pt x="1434582" y="247170"/>
                    <a:pt x="1434899" y="248186"/>
                  </a:cubicBezTo>
                  <a:close/>
                </a:path>
              </a:pathLst>
            </a:custGeom>
            <a:grpFill/>
            <a:ln w="6350"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7BA7C41-EA1C-2F4D-90C7-EC472AB85B8A}"/>
                </a:ext>
              </a:extLst>
            </p:cNvPr>
            <p:cNvSpPr/>
            <p:nvPr userDrawn="1"/>
          </p:nvSpPr>
          <p:spPr>
            <a:xfrm>
              <a:off x="5439970" y="3509181"/>
              <a:ext cx="1576843" cy="2417447"/>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2F450B4C-241D-A544-BBEF-175E01D6A139}"/>
                </a:ext>
              </a:extLst>
            </p:cNvPr>
            <p:cNvSpPr/>
            <p:nvPr userDrawn="1"/>
          </p:nvSpPr>
          <p:spPr>
            <a:xfrm flipV="1">
              <a:off x="683" y="4907035"/>
              <a:ext cx="5938619" cy="102700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566 w 1668566"/>
                <a:gd name="connsiteY0" fmla="*/ 248186 h 248186"/>
                <a:gd name="connsiteX1" fmla="*/ 1 w 1668566"/>
                <a:gd name="connsiteY1" fmla="*/ 248186 h 248186"/>
                <a:gd name="connsiteX2" fmla="*/ 229815 w 1668566"/>
                <a:gd name="connsiteY2" fmla="*/ 194032 h 248186"/>
                <a:gd name="connsiteX3" fmla="*/ 1522580 w 1668566"/>
                <a:gd name="connsiteY3" fmla="*/ 192497 h 248186"/>
                <a:gd name="connsiteX4" fmla="*/ 1375895 w 1668566"/>
                <a:gd name="connsiteY4" fmla="*/ 219 h 248186"/>
                <a:gd name="connsiteX5" fmla="*/ 1433934 w 1668566"/>
                <a:gd name="connsiteY5" fmla="*/ 219 h 248186"/>
                <a:gd name="connsiteX6" fmla="*/ 1454190 w 1668566"/>
                <a:gd name="connsiteY6" fmla="*/ 12347 h 248186"/>
                <a:gd name="connsiteX7" fmla="*/ 1518706 w 1668566"/>
                <a:gd name="connsiteY7" fmla="*/ 105057 h 248186"/>
                <a:gd name="connsiteX8" fmla="*/ 1662725 w 1668566"/>
                <a:gd name="connsiteY8" fmla="*/ 242090 h 248186"/>
                <a:gd name="connsiteX9" fmla="*/ 1667931 w 1668566"/>
                <a:gd name="connsiteY9" fmla="*/ 246535 h 248186"/>
                <a:gd name="connsiteX10" fmla="*/ 1668566 w 1668566"/>
                <a:gd name="connsiteY10" fmla="*/ 248186 h 248186"/>
                <a:gd name="connsiteX0" fmla="*/ 1440017 w 1440017"/>
                <a:gd name="connsiteY0" fmla="*/ 248186 h 248186"/>
                <a:gd name="connsiteX1" fmla="*/ 62 w 1440017"/>
                <a:gd name="connsiteY1" fmla="*/ 248186 h 248186"/>
                <a:gd name="connsiteX2" fmla="*/ 1266 w 1440017"/>
                <a:gd name="connsiteY2" fmla="*/ 194032 h 248186"/>
                <a:gd name="connsiteX3" fmla="*/ 1294031 w 1440017"/>
                <a:gd name="connsiteY3" fmla="*/ 192497 h 248186"/>
                <a:gd name="connsiteX4" fmla="*/ 1147346 w 1440017"/>
                <a:gd name="connsiteY4" fmla="*/ 219 h 248186"/>
                <a:gd name="connsiteX5" fmla="*/ 1205385 w 1440017"/>
                <a:gd name="connsiteY5" fmla="*/ 219 h 248186"/>
                <a:gd name="connsiteX6" fmla="*/ 1225641 w 1440017"/>
                <a:gd name="connsiteY6" fmla="*/ 12347 h 248186"/>
                <a:gd name="connsiteX7" fmla="*/ 1290157 w 1440017"/>
                <a:gd name="connsiteY7" fmla="*/ 105057 h 248186"/>
                <a:gd name="connsiteX8" fmla="*/ 1434176 w 1440017"/>
                <a:gd name="connsiteY8" fmla="*/ 242090 h 248186"/>
                <a:gd name="connsiteX9" fmla="*/ 1439382 w 1440017"/>
                <a:gd name="connsiteY9" fmla="*/ 246535 h 248186"/>
                <a:gd name="connsiteX10" fmla="*/ 1440017 w 1440017"/>
                <a:gd name="connsiteY10" fmla="*/ 248186 h 248186"/>
                <a:gd name="connsiteX0" fmla="*/ 1439987 w 1439987"/>
                <a:gd name="connsiteY0" fmla="*/ 248186 h 248186"/>
                <a:gd name="connsiteX1" fmla="*/ 32 w 1439987"/>
                <a:gd name="connsiteY1" fmla="*/ 248186 h 248186"/>
                <a:gd name="connsiteX2" fmla="*/ 3538 w 1439987"/>
                <a:gd name="connsiteY2" fmla="*/ 192881 h 248186"/>
                <a:gd name="connsiteX3" fmla="*/ 1294001 w 1439987"/>
                <a:gd name="connsiteY3" fmla="*/ 192497 h 248186"/>
                <a:gd name="connsiteX4" fmla="*/ 1147316 w 1439987"/>
                <a:gd name="connsiteY4" fmla="*/ 219 h 248186"/>
                <a:gd name="connsiteX5" fmla="*/ 1205355 w 1439987"/>
                <a:gd name="connsiteY5" fmla="*/ 219 h 248186"/>
                <a:gd name="connsiteX6" fmla="*/ 1225611 w 1439987"/>
                <a:gd name="connsiteY6" fmla="*/ 12347 h 248186"/>
                <a:gd name="connsiteX7" fmla="*/ 1290127 w 1439987"/>
                <a:gd name="connsiteY7" fmla="*/ 105057 h 248186"/>
                <a:gd name="connsiteX8" fmla="*/ 1434146 w 1439987"/>
                <a:gd name="connsiteY8" fmla="*/ 242090 h 248186"/>
                <a:gd name="connsiteX9" fmla="*/ 1439352 w 1439987"/>
                <a:gd name="connsiteY9" fmla="*/ 246535 h 248186"/>
                <a:gd name="connsiteX10" fmla="*/ 1439987 w 1439987"/>
                <a:gd name="connsiteY10" fmla="*/ 248186 h 248186"/>
                <a:gd name="connsiteX0" fmla="*/ 1436625 w 1436625"/>
                <a:gd name="connsiteY0" fmla="*/ 248186 h 248186"/>
                <a:gd name="connsiteX1" fmla="*/ 122 w 1436625"/>
                <a:gd name="connsiteY1" fmla="*/ 248186 h 248186"/>
                <a:gd name="connsiteX2" fmla="*/ 176 w 1436625"/>
                <a:gd name="connsiteY2" fmla="*/ 192881 h 248186"/>
                <a:gd name="connsiteX3" fmla="*/ 1290639 w 1436625"/>
                <a:gd name="connsiteY3" fmla="*/ 192497 h 248186"/>
                <a:gd name="connsiteX4" fmla="*/ 1143954 w 1436625"/>
                <a:gd name="connsiteY4" fmla="*/ 219 h 248186"/>
                <a:gd name="connsiteX5" fmla="*/ 1201993 w 1436625"/>
                <a:gd name="connsiteY5" fmla="*/ 219 h 248186"/>
                <a:gd name="connsiteX6" fmla="*/ 1222249 w 1436625"/>
                <a:gd name="connsiteY6" fmla="*/ 12347 h 248186"/>
                <a:gd name="connsiteX7" fmla="*/ 1286765 w 1436625"/>
                <a:gd name="connsiteY7" fmla="*/ 105057 h 248186"/>
                <a:gd name="connsiteX8" fmla="*/ 1430784 w 1436625"/>
                <a:gd name="connsiteY8" fmla="*/ 242090 h 248186"/>
                <a:gd name="connsiteX9" fmla="*/ 1435990 w 1436625"/>
                <a:gd name="connsiteY9" fmla="*/ 246535 h 248186"/>
                <a:gd name="connsiteX10" fmla="*/ 1436625 w 1436625"/>
                <a:gd name="connsiteY10" fmla="*/ 248186 h 248186"/>
                <a:gd name="connsiteX0" fmla="*/ 1436553 w 1436553"/>
                <a:gd name="connsiteY0" fmla="*/ 248186 h 248186"/>
                <a:gd name="connsiteX1" fmla="*/ 50 w 1436553"/>
                <a:gd name="connsiteY1" fmla="*/ 248186 h 248186"/>
                <a:gd name="connsiteX2" fmla="*/ 1830 w 1436553"/>
                <a:gd name="connsiteY2" fmla="*/ 192881 h 248186"/>
                <a:gd name="connsiteX3" fmla="*/ 1290567 w 1436553"/>
                <a:gd name="connsiteY3" fmla="*/ 192497 h 248186"/>
                <a:gd name="connsiteX4" fmla="*/ 1143882 w 1436553"/>
                <a:gd name="connsiteY4" fmla="*/ 219 h 248186"/>
                <a:gd name="connsiteX5" fmla="*/ 1201921 w 1436553"/>
                <a:gd name="connsiteY5" fmla="*/ 219 h 248186"/>
                <a:gd name="connsiteX6" fmla="*/ 1222177 w 1436553"/>
                <a:gd name="connsiteY6" fmla="*/ 12347 h 248186"/>
                <a:gd name="connsiteX7" fmla="*/ 1286693 w 1436553"/>
                <a:gd name="connsiteY7" fmla="*/ 105057 h 248186"/>
                <a:gd name="connsiteX8" fmla="*/ 1430712 w 1436553"/>
                <a:gd name="connsiteY8" fmla="*/ 242090 h 248186"/>
                <a:gd name="connsiteX9" fmla="*/ 1435918 w 1436553"/>
                <a:gd name="connsiteY9" fmla="*/ 246535 h 248186"/>
                <a:gd name="connsiteX10" fmla="*/ 1436553 w 1436553"/>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34899" h="248186">
                  <a:moveTo>
                    <a:pt x="1434899" y="248186"/>
                  </a:moveTo>
                  <a:lnTo>
                    <a:pt x="122" y="248186"/>
                  </a:lnTo>
                  <a:cubicBezTo>
                    <a:pt x="-319" y="229623"/>
                    <a:pt x="617" y="211444"/>
                    <a:pt x="176" y="192881"/>
                  </a:cubicBezTo>
                  <a:lnTo>
                    <a:pt x="1288913" y="192497"/>
                  </a:lnTo>
                  <a:cubicBezTo>
                    <a:pt x="1231064" y="134140"/>
                    <a:pt x="1177788" y="74768"/>
                    <a:pt x="1142228" y="219"/>
                  </a:cubicBezTo>
                  <a:cubicBezTo>
                    <a:pt x="1162611" y="219"/>
                    <a:pt x="1181471" y="854"/>
                    <a:pt x="1200267" y="219"/>
                  </a:cubicBezTo>
                  <a:cubicBezTo>
                    <a:pt x="1209059" y="-1141"/>
                    <a:pt x="1217571" y="3956"/>
                    <a:pt x="1220523" y="12347"/>
                  </a:cubicBezTo>
                  <a:cubicBezTo>
                    <a:pt x="1238085" y="45816"/>
                    <a:pt x="1259758" y="76961"/>
                    <a:pt x="1285039" y="105057"/>
                  </a:cubicBezTo>
                  <a:cubicBezTo>
                    <a:pt x="1328667" y="155126"/>
                    <a:pt x="1376883" y="201004"/>
                    <a:pt x="1429058" y="242090"/>
                  </a:cubicBezTo>
                  <a:cubicBezTo>
                    <a:pt x="1430836" y="243551"/>
                    <a:pt x="1432613" y="245011"/>
                    <a:pt x="1434264" y="246535"/>
                  </a:cubicBezTo>
                  <a:cubicBezTo>
                    <a:pt x="1434582" y="246599"/>
                    <a:pt x="1434582" y="247170"/>
                    <a:pt x="1434899"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887849664"/>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theme" Target="../theme/theme1.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FB68A7-A656-A348-AE42-02B5F30E1E55}"/>
              </a:ext>
            </a:extLst>
          </p:cNvPr>
          <p:cNvSpPr>
            <a:spLocks noGrp="1"/>
          </p:cNvSpPr>
          <p:nvPr userDrawn="1">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
        <p:nvSpPr>
          <p:cNvPr id="3" name="Text Placeholder 2">
            <a:extLst>
              <a:ext uri="{FF2B5EF4-FFF2-40B4-BE49-F238E27FC236}">
                <a16:creationId xmlns:a16="http://schemas.microsoft.com/office/drawing/2014/main" id="{B623AAC1-38C0-EC41-AF66-7EC76ACCB83E}"/>
              </a:ext>
            </a:extLst>
          </p:cNvPr>
          <p:cNvSpPr>
            <a:spLocks noGrp="1"/>
          </p:cNvSpPr>
          <p:nvPr userDrawn="1">
            <p:ph type="body" idx="1"/>
          </p:nvPr>
        </p:nvSpPr>
        <p:spPr>
          <a:xfrm>
            <a:off x="341272" y="1368256"/>
            <a:ext cx="11516239" cy="4955354"/>
          </a:xfrm>
          <a:prstGeom prst="rect">
            <a:avLst/>
          </a:prstGeom>
        </p:spPr>
        <p:txBody>
          <a:bodyPr vert="horz" lIns="0" tIns="0" rIns="0" bIns="0" rtlCol="0" anchor="t" anchorCtr="0">
            <a:noAutofit/>
          </a:bodyPr>
          <a:lstStyle/>
          <a:p>
            <a:pPr lvl="0"/>
            <a:r>
              <a:rPr lang="en-US" dirty="0"/>
              <a:t>Edit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4" y="6584738"/>
            <a:ext cx="785483" cy="180000"/>
          </a:xfrm>
          <a:prstGeom prst="rect">
            <a:avLst/>
          </a:prstGeom>
        </p:spPr>
        <p:txBody>
          <a:bodyPr vert="horz" lIns="0" tIns="0" rIns="0" bIns="0" rtlCol="0" anchor="b" anchorCtr="0"/>
          <a:lstStyle>
            <a:lvl1pPr algn="r">
              <a:defRPr sz="1000" b="1" i="0">
                <a:solidFill>
                  <a:schemeClr val="bg1">
                    <a:lumMod val="50000"/>
                  </a:schemeClr>
                </a:solidFill>
                <a:latin typeface="Montserrat" pitchFamily="2" charset="77"/>
              </a:defRPr>
            </a:lvl1pPr>
          </a:lstStyle>
          <a:p>
            <a:fld id="{EF892D59-8F09-EF4B-AD6D-DA609442F868}" type="slidenum">
              <a:rPr lang="en-GB" smtClean="0"/>
              <a:pPr/>
              <a:t>‹#›</a:t>
            </a:fld>
            <a:endParaRPr lang="en-GB" dirty="0"/>
          </a:p>
        </p:txBody>
      </p:sp>
    </p:spTree>
    <p:extLst>
      <p:ext uri="{BB962C8B-B14F-4D97-AF65-F5344CB8AC3E}">
        <p14:creationId xmlns:p14="http://schemas.microsoft.com/office/powerpoint/2010/main" val="300464794"/>
      </p:ext>
    </p:extLst>
  </p:cSld>
  <p:clrMap bg1="lt1" tx1="dk1" bg2="lt2" tx2="dk2" accent1="accent1" accent2="accent2" accent3="accent3" accent4="accent4" accent5="accent5" accent6="accent6" hlink="hlink" folHlink="folHlink"/>
  <p:sldLayoutIdLst>
    <p:sldLayoutId id="2147483811" r:id="rId1"/>
    <p:sldLayoutId id="2147483812" r:id="rId2"/>
    <p:sldLayoutId id="2147483813" r:id="rId3"/>
    <p:sldLayoutId id="2147483798" r:id="rId4"/>
    <p:sldLayoutId id="2147483806" r:id="rId5"/>
    <p:sldLayoutId id="2147483709" r:id="rId6"/>
    <p:sldLayoutId id="2147483822" r:id="rId7"/>
    <p:sldLayoutId id="2147483802" r:id="rId8"/>
    <p:sldLayoutId id="2147483792" r:id="rId9"/>
    <p:sldLayoutId id="2147483810" r:id="rId10"/>
    <p:sldLayoutId id="2147483804" r:id="rId11"/>
    <p:sldLayoutId id="2147483821" r:id="rId12"/>
    <p:sldLayoutId id="2147483824" r:id="rId13"/>
    <p:sldLayoutId id="2147483828" r:id="rId14"/>
    <p:sldLayoutId id="2147483853" r:id="rId15"/>
    <p:sldLayoutId id="2147483899" r:id="rId16"/>
    <p:sldLayoutId id="2147483832" r:id="rId17"/>
    <p:sldLayoutId id="2147483833" r:id="rId18"/>
    <p:sldLayoutId id="2147483836" r:id="rId19"/>
    <p:sldLayoutId id="2147483852" r:id="rId20"/>
    <p:sldLayoutId id="2147483900" r:id="rId21"/>
    <p:sldLayoutId id="2147483820" r:id="rId22"/>
    <p:sldLayoutId id="2147483842" r:id="rId23"/>
    <p:sldLayoutId id="2147483845" r:id="rId24"/>
    <p:sldLayoutId id="2147483851" r:id="rId25"/>
    <p:sldLayoutId id="2147483901" r:id="rId26"/>
    <p:sldLayoutId id="2147483650" r:id="rId27"/>
    <p:sldLayoutId id="2147483734" r:id="rId28"/>
    <p:sldLayoutId id="2147483796" r:id="rId29"/>
    <p:sldLayoutId id="2147483719" r:id="rId30"/>
    <p:sldLayoutId id="2147483721" r:id="rId31"/>
    <p:sldLayoutId id="2147483724" r:id="rId32"/>
    <p:sldLayoutId id="2147483797" r:id="rId33"/>
    <p:sldLayoutId id="2147483814" r:id="rId34"/>
  </p:sldLayoutIdLst>
  <p:hf hdr="0" dt="0"/>
  <p:txStyles>
    <p:titleStyle>
      <a:lvl1pPr algn="l" defTabSz="914400" rtl="0" eaLnBrk="1" latinLnBrk="0" hangingPunct="1">
        <a:lnSpc>
          <a:spcPct val="100000"/>
        </a:lnSpc>
        <a:spcBef>
          <a:spcPct val="0"/>
        </a:spcBef>
        <a:buNone/>
        <a:defRPr sz="3600" b="0" i="0" kern="1200" cap="none" baseline="0">
          <a:solidFill>
            <a:schemeClr val="tx1"/>
          </a:solidFill>
          <a:latin typeface="Krana Fat B" panose="00000B00000000000000" pitchFamily="50" charset="0"/>
          <a:ea typeface="+mj-ea"/>
          <a:cs typeface="+mj-cs"/>
        </a:defRPr>
      </a:lvl1pPr>
    </p:titleStyle>
    <p:bodyStyle>
      <a:lvl1pPr marL="0" indent="0" algn="l" defTabSz="914400" rtl="0" eaLnBrk="1" latinLnBrk="0" hangingPunct="1">
        <a:lnSpc>
          <a:spcPct val="100000"/>
        </a:lnSpc>
        <a:spcBef>
          <a:spcPts val="0"/>
        </a:spcBef>
        <a:spcAft>
          <a:spcPts val="650"/>
        </a:spcAft>
        <a:buSzPct val="115000"/>
        <a:buFontTx/>
        <a:buNone/>
        <a:defRPr sz="2000" b="0" i="0" kern="1200">
          <a:solidFill>
            <a:schemeClr val="tx1"/>
          </a:solidFill>
          <a:latin typeface="Montserrat" pitchFamily="2" charset="77"/>
          <a:ea typeface="+mn-ea"/>
          <a:cs typeface="+mn-cs"/>
        </a:defRPr>
      </a:lvl1pPr>
      <a:lvl2pPr marL="355600" indent="-266700" algn="l" defTabSz="914400" rtl="0" eaLnBrk="1" latinLnBrk="0" hangingPunct="1">
        <a:lnSpc>
          <a:spcPct val="100000"/>
        </a:lnSpc>
        <a:spcBef>
          <a:spcPts val="0"/>
        </a:spcBef>
        <a:spcAft>
          <a:spcPts val="650"/>
        </a:spcAft>
        <a:buSzPct val="125000"/>
        <a:buFontTx/>
        <a:buBlip>
          <a:blip r:embed="rId36"/>
        </a:buBlip>
        <a:tabLst/>
        <a:defRPr sz="2000" b="0" kern="1200">
          <a:solidFill>
            <a:schemeClr val="tx1"/>
          </a:solidFill>
          <a:latin typeface="Montserrat" pitchFamily="2" charset="77"/>
          <a:ea typeface="+mn-ea"/>
          <a:cs typeface="+mn-cs"/>
        </a:defRPr>
      </a:lvl2pPr>
      <a:lvl3pPr marL="355600" indent="-266700" algn="l" defTabSz="914400" rtl="0" eaLnBrk="1" latinLnBrk="0" hangingPunct="1">
        <a:lnSpc>
          <a:spcPct val="100000"/>
        </a:lnSpc>
        <a:spcBef>
          <a:spcPts val="0"/>
        </a:spcBef>
        <a:spcAft>
          <a:spcPts val="650"/>
        </a:spcAft>
        <a:buSzPct val="120000"/>
        <a:buFontTx/>
        <a:buBlip>
          <a:blip r:embed="rId36"/>
        </a:buBlip>
        <a:tabLst/>
        <a:defRPr sz="2000" b="0" i="0" kern="1200">
          <a:solidFill>
            <a:schemeClr val="tx1"/>
          </a:solidFill>
          <a:latin typeface="Montserrat" pitchFamily="2" charset="77"/>
          <a:ea typeface="+mn-ea"/>
          <a:cs typeface="+mn-cs"/>
        </a:defRPr>
      </a:lvl3pPr>
      <a:lvl4pPr marL="355600" indent="-266700" algn="l" defTabSz="914400" rtl="0" eaLnBrk="1" latinLnBrk="0" hangingPunct="1">
        <a:lnSpc>
          <a:spcPct val="100000"/>
        </a:lnSpc>
        <a:spcBef>
          <a:spcPts val="0"/>
        </a:spcBef>
        <a:spcAft>
          <a:spcPts val="650"/>
        </a:spcAft>
        <a:buSzPct val="120000"/>
        <a:buFontTx/>
        <a:buBlip>
          <a:blip r:embed="rId36"/>
        </a:buBlip>
        <a:tabLst/>
        <a:defRPr sz="2000" b="0" kern="1200">
          <a:solidFill>
            <a:schemeClr val="tx1"/>
          </a:solidFill>
          <a:latin typeface="Montserrat" pitchFamily="2" charset="77"/>
          <a:ea typeface="+mn-ea"/>
          <a:cs typeface="+mn-cs"/>
        </a:defRPr>
      </a:lvl4pPr>
      <a:lvl5pPr marL="355600" indent="-266700" algn="l" defTabSz="914400" rtl="0" eaLnBrk="1" latinLnBrk="0" hangingPunct="1">
        <a:lnSpc>
          <a:spcPct val="100000"/>
        </a:lnSpc>
        <a:spcBef>
          <a:spcPts val="0"/>
        </a:spcBef>
        <a:spcAft>
          <a:spcPts val="650"/>
        </a:spcAft>
        <a:buSzPct val="125000"/>
        <a:buFontTx/>
        <a:buBlip>
          <a:blip r:embed="rId36"/>
        </a:buBlip>
        <a:tabLst/>
        <a:defRPr sz="2000" b="0"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8" userDrawn="1">
          <p15:clr>
            <a:srgbClr val="F26B43"/>
          </p15:clr>
        </p15:guide>
        <p15:guide id="2" orient="horz" pos="4081" userDrawn="1">
          <p15:clr>
            <a:srgbClr val="F26B43"/>
          </p15:clr>
        </p15:guide>
        <p15:guide id="3" pos="237" userDrawn="1">
          <p15:clr>
            <a:srgbClr val="F26B43"/>
          </p15:clr>
        </p15:guide>
        <p15:guide id="4" pos="732" userDrawn="1">
          <p15:clr>
            <a:srgbClr val="F26B43"/>
          </p15:clr>
        </p15:guide>
        <p15:guide id="5" pos="850" userDrawn="1">
          <p15:clr>
            <a:srgbClr val="F26B43"/>
          </p15:clr>
        </p15:guide>
        <p15:guide id="6" pos="1345" userDrawn="1">
          <p15:clr>
            <a:srgbClr val="F26B43"/>
          </p15:clr>
        </p15:guide>
        <p15:guide id="7" pos="1460" userDrawn="1">
          <p15:clr>
            <a:srgbClr val="F26B43"/>
          </p15:clr>
        </p15:guide>
        <p15:guide id="8" pos="1954" userDrawn="1">
          <p15:clr>
            <a:srgbClr val="F26B43"/>
          </p15:clr>
        </p15:guide>
        <p15:guide id="9" pos="2069" userDrawn="1">
          <p15:clr>
            <a:srgbClr val="F26B43"/>
          </p15:clr>
        </p15:guide>
        <p15:guide id="10" pos="2564" userDrawn="1">
          <p15:clr>
            <a:srgbClr val="F26B43"/>
          </p15:clr>
        </p15:guide>
        <p15:guide id="11" pos="2683" userDrawn="1">
          <p15:clr>
            <a:srgbClr val="F26B43"/>
          </p15:clr>
        </p15:guide>
        <p15:guide id="12" pos="3173" userDrawn="1">
          <p15:clr>
            <a:srgbClr val="F26B43"/>
          </p15:clr>
        </p15:guide>
        <p15:guide id="13" pos="3288" userDrawn="1">
          <p15:clr>
            <a:srgbClr val="F26B43"/>
          </p15:clr>
        </p15:guide>
        <p15:guide id="14" pos="3782" userDrawn="1">
          <p15:clr>
            <a:srgbClr val="F26B43"/>
          </p15:clr>
        </p15:guide>
        <p15:guide id="15" pos="3897" userDrawn="1">
          <p15:clr>
            <a:srgbClr val="F26B43"/>
          </p15:clr>
        </p15:guide>
        <p15:guide id="16" pos="4392" userDrawn="1">
          <p15:clr>
            <a:srgbClr val="F26B43"/>
          </p15:clr>
        </p15:guide>
        <p15:guide id="17" pos="4506" userDrawn="1">
          <p15:clr>
            <a:srgbClr val="F26B43"/>
          </p15:clr>
        </p15:guide>
        <p15:guide id="18" pos="5001" userDrawn="1">
          <p15:clr>
            <a:srgbClr val="F26B43"/>
          </p15:clr>
        </p15:guide>
        <p15:guide id="19" pos="5115" userDrawn="1">
          <p15:clr>
            <a:srgbClr val="F26B43"/>
          </p15:clr>
        </p15:guide>
        <p15:guide id="20" pos="5610" userDrawn="1">
          <p15:clr>
            <a:srgbClr val="F26B43"/>
          </p15:clr>
        </p15:guide>
        <p15:guide id="21" pos="5725" userDrawn="1">
          <p15:clr>
            <a:srgbClr val="F26B43"/>
          </p15:clr>
        </p15:guide>
        <p15:guide id="22" pos="6220" userDrawn="1">
          <p15:clr>
            <a:srgbClr val="F26B43"/>
          </p15:clr>
        </p15:guide>
        <p15:guide id="23" pos="6334" userDrawn="1">
          <p15:clr>
            <a:srgbClr val="F26B43"/>
          </p15:clr>
        </p15:guide>
        <p15:guide id="24" pos="6829" userDrawn="1">
          <p15:clr>
            <a:srgbClr val="F26B43"/>
          </p15:clr>
        </p15:guide>
        <p15:guide id="25" pos="6943" userDrawn="1">
          <p15:clr>
            <a:srgbClr val="F26B43"/>
          </p15:clr>
        </p15:guide>
        <p15:guide id="26" pos="7438" userDrawn="1">
          <p15:clr>
            <a:srgbClr val="F26B43"/>
          </p15:clr>
        </p15:guide>
        <p15:guide id="27" pos="3840" userDrawn="1">
          <p15:clr>
            <a:srgbClr val="9FCC3B"/>
          </p15:clr>
        </p15:guide>
        <p15:guide id="28" orient="horz" pos="2160" userDrawn="1">
          <p15:clr>
            <a:srgbClr val="9FCC3B"/>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7.xml"/></Relationships>
</file>

<file path=ppt/slides/_rels/slide10.xml.rels><?xml version="1.0" encoding="UTF-8" standalone="yes"?>
<Relationships xmlns="http://schemas.openxmlformats.org/package/2006/relationships"><Relationship Id="rId3" Type="http://schemas.openxmlformats.org/officeDocument/2006/relationships/hyperlink" Target="http://localhost:5055/demo2.html?page=AddItemsDynamically.html" TargetMode="External"/><Relationship Id="rId2" Type="http://schemas.openxmlformats.org/officeDocument/2006/relationships/notesSlide" Target="../notesSlides/notesSlide10.xml"/><Relationship Id="rId1" Type="http://schemas.openxmlformats.org/officeDocument/2006/relationships/slideLayout" Target="../slideLayouts/slideLayout27.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D7B749D-B021-4AD9-95FE-5C92ABA2CD69}"/>
              </a:ext>
            </a:extLst>
          </p:cNvPr>
          <p:cNvSpPr>
            <a:spLocks noGrp="1"/>
          </p:cNvSpPr>
          <p:nvPr>
            <p:ph type="body" sz="quarter" idx="12"/>
          </p:nvPr>
        </p:nvSpPr>
        <p:spPr/>
        <p:txBody>
          <a:bodyPr/>
          <a:lstStyle/>
          <a:p>
            <a:r>
              <a:rPr lang="en-IN" sz="2000" dirty="0"/>
              <a:t>JavaScript</a:t>
            </a:r>
          </a:p>
        </p:txBody>
      </p:sp>
      <p:sp>
        <p:nvSpPr>
          <p:cNvPr id="3074" name="Rectangle 2"/>
          <p:cNvSpPr>
            <a:spLocks noGrp="1" noChangeArrowheads="1"/>
          </p:cNvSpPr>
          <p:nvPr>
            <p:ph type="ctrTitle"/>
          </p:nvPr>
        </p:nvSpPr>
        <p:spPr/>
        <p:txBody>
          <a:bodyPr>
            <a:normAutofit/>
          </a:bodyPr>
          <a:lstStyle/>
          <a:p>
            <a:pPr eaLnBrk="1" hangingPunct="1"/>
            <a:r>
              <a:rPr lang="en-GB" dirty="0"/>
              <a:t>Web Development</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GB" dirty="0"/>
              <a:t>Accessing DOM elements </a:t>
            </a:r>
          </a:p>
        </p:txBody>
      </p:sp>
      <p:sp>
        <p:nvSpPr>
          <p:cNvPr id="6" name="Subtitle 2">
            <a:extLst>
              <a:ext uri="{FF2B5EF4-FFF2-40B4-BE49-F238E27FC236}">
                <a16:creationId xmlns:a16="http://schemas.microsoft.com/office/drawing/2014/main" id="{631C638F-50B5-446C-BEEA-19E50EA26F48}"/>
              </a:ext>
            </a:extLst>
          </p:cNvPr>
          <p:cNvSpPr txBox="1">
            <a:spLocks/>
          </p:cNvSpPr>
          <p:nvPr/>
        </p:nvSpPr>
        <p:spPr>
          <a:xfrm>
            <a:off x="376239" y="5608948"/>
            <a:ext cx="6480175" cy="442733"/>
          </a:xfrm>
          <a:prstGeom prst="rect">
            <a:avLst/>
          </a:prstGeom>
        </p:spPr>
        <p:txBody>
          <a:bodyPr vert="horz" lIns="0" tIns="0" rIns="0" bIns="0" rtlCol="0" anchor="t" anchorCtr="0">
            <a:normAutofit/>
          </a:bodyPr>
          <a:lstStyle>
            <a:lvl1pPr marL="0" indent="0" algn="l" defTabSz="914400" rtl="0" eaLnBrk="1" latinLnBrk="0" hangingPunct="1">
              <a:lnSpc>
                <a:spcPct val="100000"/>
              </a:lnSpc>
              <a:spcBef>
                <a:spcPts val="0"/>
              </a:spcBef>
              <a:spcAft>
                <a:spcPts val="650"/>
              </a:spcAft>
              <a:buSzPct val="115000"/>
              <a:buFontTx/>
              <a:buNone/>
              <a:defRPr sz="2000" b="0" i="0" kern="1200">
                <a:solidFill>
                  <a:schemeClr val="tx1"/>
                </a:solidFill>
                <a:latin typeface="Montserrat" pitchFamily="2" charset="77"/>
                <a:ea typeface="+mn-ea"/>
                <a:cs typeface="+mn-cs"/>
              </a:defRPr>
            </a:lvl1pPr>
            <a:lvl2pPr marL="355600" indent="-266700" algn="l" defTabSz="914400" rtl="0" eaLnBrk="1" latinLnBrk="0" hangingPunct="1">
              <a:lnSpc>
                <a:spcPct val="100000"/>
              </a:lnSpc>
              <a:spcBef>
                <a:spcPts val="0"/>
              </a:spcBef>
              <a:spcAft>
                <a:spcPts val="650"/>
              </a:spcAft>
              <a:buSzPct val="125000"/>
              <a:buFontTx/>
              <a:buBlip>
                <a:blip r:embed="rId3"/>
              </a:buBlip>
              <a:tabLst/>
              <a:defRPr sz="2000" b="0" kern="1200">
                <a:solidFill>
                  <a:schemeClr val="tx1"/>
                </a:solidFill>
                <a:latin typeface="Montserrat" pitchFamily="2" charset="77"/>
                <a:ea typeface="+mn-ea"/>
                <a:cs typeface="+mn-cs"/>
              </a:defRPr>
            </a:lvl2pPr>
            <a:lvl3pPr marL="355600" indent="-266700" algn="l" defTabSz="914400" rtl="0" eaLnBrk="1" latinLnBrk="0" hangingPunct="1">
              <a:lnSpc>
                <a:spcPct val="100000"/>
              </a:lnSpc>
              <a:spcBef>
                <a:spcPts val="0"/>
              </a:spcBef>
              <a:spcAft>
                <a:spcPts val="650"/>
              </a:spcAft>
              <a:buSzPct val="120000"/>
              <a:buFontTx/>
              <a:buBlip>
                <a:blip r:embed="rId3"/>
              </a:buBlip>
              <a:tabLst/>
              <a:defRPr sz="2000" b="0" i="0" kern="1200">
                <a:solidFill>
                  <a:schemeClr val="tx1"/>
                </a:solidFill>
                <a:latin typeface="Montserrat" pitchFamily="2" charset="77"/>
                <a:ea typeface="+mn-ea"/>
                <a:cs typeface="+mn-cs"/>
              </a:defRPr>
            </a:lvl3pPr>
            <a:lvl4pPr marL="355600" indent="-266700" algn="l" defTabSz="914400" rtl="0" eaLnBrk="1" latinLnBrk="0" hangingPunct="1">
              <a:lnSpc>
                <a:spcPct val="100000"/>
              </a:lnSpc>
              <a:spcBef>
                <a:spcPts val="0"/>
              </a:spcBef>
              <a:spcAft>
                <a:spcPts val="650"/>
              </a:spcAft>
              <a:buSzPct val="120000"/>
              <a:buFontTx/>
              <a:buBlip>
                <a:blip r:embed="rId3"/>
              </a:buBlip>
              <a:tabLst/>
              <a:defRPr sz="2000" b="0" kern="1200">
                <a:solidFill>
                  <a:schemeClr val="tx1"/>
                </a:solidFill>
                <a:latin typeface="Montserrat" pitchFamily="2" charset="77"/>
                <a:ea typeface="+mn-ea"/>
                <a:cs typeface="+mn-cs"/>
              </a:defRPr>
            </a:lvl4pPr>
            <a:lvl5pPr marL="355600" indent="-266700" algn="l" defTabSz="914400" rtl="0" eaLnBrk="1" latinLnBrk="0" hangingPunct="1">
              <a:lnSpc>
                <a:spcPct val="100000"/>
              </a:lnSpc>
              <a:spcBef>
                <a:spcPts val="0"/>
              </a:spcBef>
              <a:spcAft>
                <a:spcPts val="650"/>
              </a:spcAft>
              <a:buSzPct val="125000"/>
              <a:buFontTx/>
              <a:buBlip>
                <a:blip r:embed="rId3"/>
              </a:buBlip>
              <a:tabLst/>
              <a:defRPr sz="2000" b="0"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GB" i="1" dirty="0">
              <a:solidFill>
                <a:schemeClr val="bg1"/>
              </a:solidFill>
            </a:endParaRPr>
          </a:p>
        </p:txBody>
      </p:sp>
    </p:spTree>
    <p:extLst>
      <p:ext uri="{BB962C8B-B14F-4D97-AF65-F5344CB8AC3E}">
        <p14:creationId xmlns:p14="http://schemas.microsoft.com/office/powerpoint/2010/main" val="8390482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CBCE7854-761F-4B34-8782-FB399758C6C2}"/>
              </a:ext>
            </a:extLst>
          </p:cNvPr>
          <p:cNvSpPr>
            <a:spLocks noGrp="1"/>
          </p:cNvSpPr>
          <p:nvPr>
            <p:ph type="body" sz="quarter" idx="10"/>
          </p:nvPr>
        </p:nvSpPr>
        <p:spPr/>
        <p:txBody>
          <a:bodyPr/>
          <a:lstStyle/>
          <a:p>
            <a:r>
              <a:rPr lang="en-GB" dirty="0"/>
              <a:t>Objectives</a:t>
            </a:r>
            <a:endParaRPr lang="en-IN" dirty="0"/>
          </a:p>
        </p:txBody>
      </p:sp>
      <p:sp>
        <p:nvSpPr>
          <p:cNvPr id="7" name="Text Placeholder 6">
            <a:extLst>
              <a:ext uri="{FF2B5EF4-FFF2-40B4-BE49-F238E27FC236}">
                <a16:creationId xmlns:a16="http://schemas.microsoft.com/office/drawing/2014/main" id="{EBF12BBC-4865-4CF0-94A9-D352E9BE0B05}"/>
              </a:ext>
            </a:extLst>
          </p:cNvPr>
          <p:cNvSpPr>
            <a:spLocks noGrp="1"/>
          </p:cNvSpPr>
          <p:nvPr>
            <p:ph type="body" sz="quarter" idx="15"/>
          </p:nvPr>
        </p:nvSpPr>
        <p:spPr/>
        <p:txBody>
          <a:bodyPr/>
          <a:lstStyle/>
          <a:p>
            <a:pPr marL="342900" indent="-342900">
              <a:buFont typeface="Arial" panose="020B0604020202020204" pitchFamily="34" charset="0"/>
              <a:buChar char="•"/>
            </a:pPr>
            <a:r>
              <a:rPr lang="en-GB" b="1" dirty="0"/>
              <a:t>In this chapter you'll use code to access DOM elements using JavaScript</a:t>
            </a:r>
          </a:p>
          <a:p>
            <a:pPr marL="342900" indent="-342900">
              <a:buFont typeface="Arial" panose="020B0604020202020204" pitchFamily="34" charset="0"/>
              <a:buChar char="•"/>
            </a:pPr>
            <a:endParaRPr lang="en-IN" b="1" dirty="0"/>
          </a:p>
        </p:txBody>
      </p:sp>
    </p:spTree>
    <p:extLst>
      <p:ext uri="{BB962C8B-B14F-4D97-AF65-F5344CB8AC3E}">
        <p14:creationId xmlns:p14="http://schemas.microsoft.com/office/powerpoint/2010/main" val="5682087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534A53C4-4696-491D-B0E4-F3B536C5FDCF}"/>
              </a:ext>
            </a:extLst>
          </p:cNvPr>
          <p:cNvSpPr>
            <a:spLocks noGrp="1"/>
          </p:cNvSpPr>
          <p:nvPr>
            <p:ph type="body" sz="quarter" idx="10"/>
          </p:nvPr>
        </p:nvSpPr>
        <p:spPr>
          <a:xfrm>
            <a:off x="384784" y="1242034"/>
            <a:ext cx="4268697" cy="2917842"/>
          </a:xfrm>
        </p:spPr>
        <p:txBody>
          <a:bodyPr/>
          <a:lstStyle/>
          <a:p>
            <a:r>
              <a:rPr lang="en-GB" dirty="0"/>
              <a:t>Object</a:t>
            </a:r>
          </a:p>
          <a:p>
            <a:r>
              <a:rPr lang="en-GB" dirty="0"/>
              <a:t>Models For</a:t>
            </a:r>
          </a:p>
          <a:p>
            <a:r>
              <a:rPr lang="en-GB" dirty="0"/>
              <a:t>HTML – the DOM</a:t>
            </a:r>
            <a:endParaRPr lang="en-IN" dirty="0"/>
          </a:p>
        </p:txBody>
      </p:sp>
      <p:sp>
        <p:nvSpPr>
          <p:cNvPr id="5" name="Text Placeholder 4">
            <a:extLst>
              <a:ext uri="{FF2B5EF4-FFF2-40B4-BE49-F238E27FC236}">
                <a16:creationId xmlns:a16="http://schemas.microsoft.com/office/drawing/2014/main" id="{0A354D4E-F504-4F4C-8AA1-8DF3F0F94AFA}"/>
              </a:ext>
            </a:extLst>
          </p:cNvPr>
          <p:cNvSpPr>
            <a:spLocks noGrp="1"/>
          </p:cNvSpPr>
          <p:nvPr>
            <p:ph type="body" sz="quarter" idx="11"/>
          </p:nvPr>
        </p:nvSpPr>
        <p:spPr>
          <a:xfrm>
            <a:off x="5781370" y="579549"/>
            <a:ext cx="6307394" cy="5899039"/>
          </a:xfrm>
        </p:spPr>
        <p:txBody>
          <a:bodyPr/>
          <a:lstStyle/>
          <a:p>
            <a:r>
              <a:rPr lang="en-GB" b="1" dirty="0"/>
              <a:t>The Document Object Model (DOM) defines:</a:t>
            </a:r>
          </a:p>
          <a:p>
            <a:pPr marL="342900" lvl="1" indent="-342900">
              <a:spcAft>
                <a:spcPts val="650"/>
              </a:spcAft>
              <a:buSzPct val="115000"/>
            </a:pPr>
            <a:endParaRPr lang="en-GB" dirty="0"/>
          </a:p>
          <a:p>
            <a:pPr marL="342900" lvl="1" indent="-342900">
              <a:spcAft>
                <a:spcPts val="650"/>
              </a:spcAft>
              <a:buSzPct val="115000"/>
            </a:pPr>
            <a:r>
              <a:rPr lang="en-GB" dirty="0"/>
              <a:t>How the objects in a page relate to each other</a:t>
            </a:r>
          </a:p>
          <a:p>
            <a:pPr marL="342900" lvl="1" indent="-342900">
              <a:spcAft>
                <a:spcPts val="650"/>
              </a:spcAft>
              <a:buSzPct val="115000"/>
            </a:pPr>
            <a:endParaRPr lang="en-GB" dirty="0"/>
          </a:p>
          <a:p>
            <a:pPr marL="342900" lvl="1" indent="-342900">
              <a:spcAft>
                <a:spcPts val="650"/>
              </a:spcAft>
              <a:buSzPct val="115000"/>
            </a:pPr>
            <a:r>
              <a:rPr lang="en-GB" dirty="0"/>
              <a:t>What attributes are associated with each object</a:t>
            </a:r>
          </a:p>
          <a:p>
            <a:pPr marL="342900" lvl="1" indent="-342900">
              <a:spcAft>
                <a:spcPts val="650"/>
              </a:spcAft>
              <a:buSzPct val="115000"/>
            </a:pPr>
            <a:endParaRPr lang="en-GB" dirty="0"/>
          </a:p>
          <a:p>
            <a:pPr marL="342900" lvl="1" indent="-342900">
              <a:spcAft>
                <a:spcPts val="650"/>
              </a:spcAft>
              <a:buSzPct val="115000"/>
            </a:pPr>
            <a:r>
              <a:rPr lang="en-GB" dirty="0"/>
              <a:t>How the objects and attributes can be manipulated</a:t>
            </a:r>
          </a:p>
          <a:p>
            <a:pPr marL="342900" lvl="1" indent="-342900">
              <a:spcAft>
                <a:spcPts val="650"/>
              </a:spcAft>
              <a:buSzPct val="115000"/>
            </a:pPr>
            <a:endParaRPr lang="en-GB" b="1" dirty="0"/>
          </a:p>
          <a:p>
            <a:pPr marL="342900" lvl="1" indent="-342900">
              <a:spcAft>
                <a:spcPts val="650"/>
              </a:spcAft>
              <a:buSzPct val="115000"/>
            </a:pPr>
            <a:r>
              <a:rPr lang="en-GB" dirty="0"/>
              <a:t>The W3C created the DOM specification</a:t>
            </a:r>
          </a:p>
        </p:txBody>
      </p:sp>
    </p:spTree>
    <p:extLst>
      <p:ext uri="{BB962C8B-B14F-4D97-AF65-F5344CB8AC3E}">
        <p14:creationId xmlns:p14="http://schemas.microsoft.com/office/powerpoint/2010/main" val="33401245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r>
              <a:rPr lang="en-US" dirty="0"/>
              <a:t>Objects</a:t>
            </a:r>
          </a:p>
        </p:txBody>
      </p:sp>
      <p:sp>
        <p:nvSpPr>
          <p:cNvPr id="17411" name="Rectangle 3"/>
          <p:cNvSpPr>
            <a:spLocks noGrp="1" noChangeArrowheads="1"/>
          </p:cNvSpPr>
          <p:nvPr>
            <p:ph idx="1"/>
          </p:nvPr>
        </p:nvSpPr>
        <p:spPr>
          <a:xfrm>
            <a:off x="341272" y="1368256"/>
            <a:ext cx="11516239" cy="1355255"/>
          </a:xfrm>
        </p:spPr>
        <p:txBody>
          <a:bodyPr/>
          <a:lstStyle/>
          <a:p>
            <a:pPr marL="342900" indent="-342900">
              <a:buFont typeface="Arial" panose="020B0604020202020204" pitchFamily="34" charset="0"/>
              <a:buChar char="•"/>
            </a:pPr>
            <a:r>
              <a:rPr lang="en-US" b="1" dirty="0"/>
              <a:t>DOM describes each document as a collection of individual objects </a:t>
            </a:r>
          </a:p>
          <a:p>
            <a:pPr marL="342900" indent="-342900">
              <a:buFont typeface="Arial" panose="020B0604020202020204" pitchFamily="34" charset="0"/>
              <a:buChar char="•"/>
            </a:pPr>
            <a:r>
              <a:rPr lang="en-US" b="1" dirty="0"/>
              <a:t>Each object may have properties and methods</a:t>
            </a:r>
          </a:p>
          <a:p>
            <a:pPr marL="684000" lvl="1" indent="-342900">
              <a:buSzPct val="115000"/>
              <a:buFont typeface="Arial" panose="020B0604020202020204" pitchFamily="34" charset="0"/>
              <a:buChar char="•"/>
            </a:pPr>
            <a:r>
              <a:rPr lang="en-US" dirty="0"/>
              <a:t>An attribute is the object’s property</a:t>
            </a:r>
          </a:p>
        </p:txBody>
      </p:sp>
      <p:grpSp>
        <p:nvGrpSpPr>
          <p:cNvPr id="22" name="Group 21">
            <a:extLst>
              <a:ext uri="{FF2B5EF4-FFF2-40B4-BE49-F238E27FC236}">
                <a16:creationId xmlns:a16="http://schemas.microsoft.com/office/drawing/2014/main" id="{FA220B0C-1BDD-46D1-AC37-DB5174B3B8DC}"/>
              </a:ext>
            </a:extLst>
          </p:cNvPr>
          <p:cNvGrpSpPr/>
          <p:nvPr/>
        </p:nvGrpSpPr>
        <p:grpSpPr>
          <a:xfrm>
            <a:off x="6857252" y="2969914"/>
            <a:ext cx="3568328" cy="2519830"/>
            <a:chOff x="6988175" y="2858060"/>
            <a:chExt cx="3568328" cy="2519830"/>
          </a:xfrm>
        </p:grpSpPr>
        <p:sp>
          <p:nvSpPr>
            <p:cNvPr id="17412" name="AutoShape 5"/>
            <p:cNvSpPr>
              <a:spLocks noChangeArrowheads="1"/>
            </p:cNvSpPr>
            <p:nvPr/>
          </p:nvSpPr>
          <p:spPr bwMode="auto">
            <a:xfrm>
              <a:off x="7374967" y="2858060"/>
              <a:ext cx="2039938" cy="457200"/>
            </a:xfrm>
            <a:prstGeom prst="flowChartProcess">
              <a:avLst/>
            </a:prstGeom>
            <a:ln>
              <a:headEnd/>
              <a:tailEnd/>
            </a:ln>
          </p:spPr>
          <p:style>
            <a:lnRef idx="0">
              <a:schemeClr val="accent1"/>
            </a:lnRef>
            <a:fillRef idx="3">
              <a:schemeClr val="accent1"/>
            </a:fillRef>
            <a:effectRef idx="3">
              <a:schemeClr val="accent1"/>
            </a:effectRef>
            <a:fontRef idx="minor">
              <a:schemeClr val="lt1"/>
            </a:fontRef>
          </p:style>
          <p:txBody>
            <a:bodyPr wrap="none" anchor="ctr"/>
            <a:lstStyle/>
            <a:p>
              <a:pPr algn="ctr" defTabSz="739775">
                <a:spcBef>
                  <a:spcPct val="0"/>
                </a:spcBef>
              </a:pPr>
              <a:r>
                <a:rPr lang="en-US" b="1" dirty="0">
                  <a:latin typeface="Lucida Console" pitchFamily="49" charset="0"/>
                </a:rPr>
                <a:t>HTML document</a:t>
              </a:r>
            </a:p>
          </p:txBody>
        </p:sp>
        <p:sp>
          <p:nvSpPr>
            <p:cNvPr id="17413" name="AutoShape 6"/>
            <p:cNvSpPr>
              <a:spLocks noChangeArrowheads="1"/>
            </p:cNvSpPr>
            <p:nvPr/>
          </p:nvSpPr>
          <p:spPr bwMode="auto">
            <a:xfrm>
              <a:off x="6988175" y="3880785"/>
              <a:ext cx="914400" cy="457200"/>
            </a:xfrm>
            <a:prstGeom prst="flowChartProcess">
              <a:avLst/>
            </a:prstGeom>
            <a:ln>
              <a:headEnd/>
              <a:tailEnd/>
            </a:ln>
          </p:spPr>
          <p:style>
            <a:lnRef idx="0">
              <a:schemeClr val="accent1"/>
            </a:lnRef>
            <a:fillRef idx="3">
              <a:schemeClr val="accent1"/>
            </a:fillRef>
            <a:effectRef idx="3">
              <a:schemeClr val="accent1"/>
            </a:effectRef>
            <a:fontRef idx="minor">
              <a:schemeClr val="lt1"/>
            </a:fontRef>
          </p:style>
          <p:txBody>
            <a:bodyPr wrap="none" anchor="ctr"/>
            <a:lstStyle/>
            <a:p>
              <a:pPr algn="ctr" defTabSz="739775">
                <a:spcBef>
                  <a:spcPct val="0"/>
                </a:spcBef>
              </a:pPr>
              <a:r>
                <a:rPr lang="en-US" b="1" dirty="0">
                  <a:latin typeface="Lucida Console" pitchFamily="49" charset="0"/>
                </a:rPr>
                <a:t>head</a:t>
              </a:r>
            </a:p>
          </p:txBody>
        </p:sp>
        <p:sp>
          <p:nvSpPr>
            <p:cNvPr id="17414" name="AutoShape 7"/>
            <p:cNvSpPr>
              <a:spLocks noChangeArrowheads="1"/>
            </p:cNvSpPr>
            <p:nvPr/>
          </p:nvSpPr>
          <p:spPr bwMode="auto">
            <a:xfrm>
              <a:off x="8888413" y="3885392"/>
              <a:ext cx="914400" cy="457200"/>
            </a:xfrm>
            <a:prstGeom prst="flowChartProcess">
              <a:avLst/>
            </a:prstGeom>
            <a:ln>
              <a:headEnd/>
              <a:tailEnd/>
            </a:ln>
          </p:spPr>
          <p:style>
            <a:lnRef idx="0">
              <a:schemeClr val="accent1"/>
            </a:lnRef>
            <a:fillRef idx="3">
              <a:schemeClr val="accent1"/>
            </a:fillRef>
            <a:effectRef idx="3">
              <a:schemeClr val="accent1"/>
            </a:effectRef>
            <a:fontRef idx="minor">
              <a:schemeClr val="lt1"/>
            </a:fontRef>
          </p:style>
          <p:txBody>
            <a:bodyPr wrap="none" anchor="ctr"/>
            <a:lstStyle/>
            <a:p>
              <a:pPr algn="ctr" defTabSz="739775">
                <a:spcBef>
                  <a:spcPct val="0"/>
                </a:spcBef>
              </a:pPr>
              <a:r>
                <a:rPr lang="en-US" b="1" dirty="0">
                  <a:latin typeface="Lucida Console" pitchFamily="49" charset="0"/>
                </a:rPr>
                <a:t>body</a:t>
              </a:r>
            </a:p>
          </p:txBody>
        </p:sp>
        <p:sp>
          <p:nvSpPr>
            <p:cNvPr id="17415" name="AutoShape 8"/>
            <p:cNvSpPr>
              <a:spLocks noChangeArrowheads="1"/>
            </p:cNvSpPr>
            <p:nvPr/>
          </p:nvSpPr>
          <p:spPr bwMode="auto">
            <a:xfrm>
              <a:off x="6994011" y="4920690"/>
              <a:ext cx="914400" cy="457200"/>
            </a:xfrm>
            <a:prstGeom prst="flowChartProcess">
              <a:avLst/>
            </a:prstGeom>
            <a:ln>
              <a:headEnd/>
              <a:tailEnd/>
            </a:ln>
          </p:spPr>
          <p:style>
            <a:lnRef idx="0">
              <a:schemeClr val="accent1"/>
            </a:lnRef>
            <a:fillRef idx="3">
              <a:schemeClr val="accent1"/>
            </a:fillRef>
            <a:effectRef idx="3">
              <a:schemeClr val="accent1"/>
            </a:effectRef>
            <a:fontRef idx="minor">
              <a:schemeClr val="lt1"/>
            </a:fontRef>
          </p:style>
          <p:txBody>
            <a:bodyPr wrap="none" anchor="ctr"/>
            <a:lstStyle/>
            <a:p>
              <a:pPr algn="ctr" defTabSz="739775">
                <a:spcBef>
                  <a:spcPct val="0"/>
                </a:spcBef>
              </a:pPr>
              <a:r>
                <a:rPr lang="en-US" b="1" dirty="0">
                  <a:latin typeface="Lucida Console" pitchFamily="49" charset="0"/>
                </a:rPr>
                <a:t>title</a:t>
              </a:r>
            </a:p>
          </p:txBody>
        </p:sp>
        <p:sp>
          <p:nvSpPr>
            <p:cNvPr id="17416" name="AutoShape 9"/>
            <p:cNvSpPr>
              <a:spLocks noChangeArrowheads="1"/>
            </p:cNvSpPr>
            <p:nvPr/>
          </p:nvSpPr>
          <p:spPr bwMode="auto">
            <a:xfrm>
              <a:off x="8149291" y="4911725"/>
              <a:ext cx="492125" cy="457200"/>
            </a:xfrm>
            <a:prstGeom prst="flowChartProcess">
              <a:avLst/>
            </a:prstGeom>
            <a:ln>
              <a:headEnd/>
              <a:tailEnd/>
            </a:ln>
          </p:spPr>
          <p:style>
            <a:lnRef idx="0">
              <a:schemeClr val="accent1"/>
            </a:lnRef>
            <a:fillRef idx="3">
              <a:schemeClr val="accent1"/>
            </a:fillRef>
            <a:effectRef idx="3">
              <a:schemeClr val="accent1"/>
            </a:effectRef>
            <a:fontRef idx="minor">
              <a:schemeClr val="lt1"/>
            </a:fontRef>
          </p:style>
          <p:txBody>
            <a:bodyPr wrap="none" anchor="ctr"/>
            <a:lstStyle/>
            <a:p>
              <a:pPr algn="ctr" defTabSz="739775">
                <a:spcBef>
                  <a:spcPct val="0"/>
                </a:spcBef>
              </a:pPr>
              <a:r>
                <a:rPr lang="en-US" b="1" dirty="0">
                  <a:latin typeface="Lucida Console" pitchFamily="49" charset="0"/>
                </a:rPr>
                <a:t>h1</a:t>
              </a:r>
            </a:p>
          </p:txBody>
        </p:sp>
        <p:sp>
          <p:nvSpPr>
            <p:cNvPr id="17417" name="AutoShape 10"/>
            <p:cNvSpPr>
              <a:spLocks noChangeArrowheads="1"/>
            </p:cNvSpPr>
            <p:nvPr/>
          </p:nvSpPr>
          <p:spPr bwMode="auto">
            <a:xfrm>
              <a:off x="9123177" y="4911725"/>
              <a:ext cx="493712" cy="457200"/>
            </a:xfrm>
            <a:prstGeom prst="flowChartProcess">
              <a:avLst/>
            </a:prstGeom>
            <a:ln>
              <a:headEnd/>
              <a:tailEnd/>
            </a:ln>
          </p:spPr>
          <p:style>
            <a:lnRef idx="0">
              <a:schemeClr val="accent1"/>
            </a:lnRef>
            <a:fillRef idx="3">
              <a:schemeClr val="accent1"/>
            </a:fillRef>
            <a:effectRef idx="3">
              <a:schemeClr val="accent1"/>
            </a:effectRef>
            <a:fontRef idx="minor">
              <a:schemeClr val="lt1"/>
            </a:fontRef>
          </p:style>
          <p:txBody>
            <a:bodyPr wrap="none" anchor="ctr"/>
            <a:lstStyle/>
            <a:p>
              <a:pPr algn="ctr" defTabSz="739775">
                <a:spcBef>
                  <a:spcPct val="0"/>
                </a:spcBef>
              </a:pPr>
              <a:r>
                <a:rPr lang="en-US" b="1" dirty="0">
                  <a:latin typeface="Lucida Console" pitchFamily="49" charset="0"/>
                </a:rPr>
                <a:t>p</a:t>
              </a:r>
            </a:p>
          </p:txBody>
        </p:sp>
        <p:sp>
          <p:nvSpPr>
            <p:cNvPr id="17418" name="AutoShape 11"/>
            <p:cNvSpPr>
              <a:spLocks noChangeArrowheads="1"/>
            </p:cNvSpPr>
            <p:nvPr/>
          </p:nvSpPr>
          <p:spPr bwMode="auto">
            <a:xfrm>
              <a:off x="10062791" y="4920690"/>
              <a:ext cx="493712" cy="457200"/>
            </a:xfrm>
            <a:prstGeom prst="flowChartProcess">
              <a:avLst/>
            </a:prstGeom>
            <a:ln>
              <a:headEnd/>
              <a:tailEnd/>
            </a:ln>
          </p:spPr>
          <p:style>
            <a:lnRef idx="0">
              <a:schemeClr val="accent1"/>
            </a:lnRef>
            <a:fillRef idx="3">
              <a:schemeClr val="accent1"/>
            </a:fillRef>
            <a:effectRef idx="3">
              <a:schemeClr val="accent1"/>
            </a:effectRef>
            <a:fontRef idx="minor">
              <a:schemeClr val="lt1"/>
            </a:fontRef>
          </p:style>
          <p:txBody>
            <a:bodyPr wrap="none" anchor="ctr"/>
            <a:lstStyle/>
            <a:p>
              <a:pPr algn="ctr" defTabSz="739775">
                <a:spcBef>
                  <a:spcPct val="0"/>
                </a:spcBef>
              </a:pPr>
              <a:r>
                <a:rPr lang="en-US" b="1" dirty="0" err="1">
                  <a:latin typeface="Lucida Console" pitchFamily="49" charset="0"/>
                </a:rPr>
                <a:t>hr</a:t>
              </a:r>
              <a:endParaRPr lang="en-US" b="1" dirty="0">
                <a:latin typeface="Lucida Console" pitchFamily="49" charset="0"/>
              </a:endParaRPr>
            </a:p>
          </p:txBody>
        </p:sp>
        <p:sp>
          <p:nvSpPr>
            <p:cNvPr id="17423" name="Line 16"/>
            <p:cNvSpPr>
              <a:spLocks noChangeShapeType="1"/>
            </p:cNvSpPr>
            <p:nvPr/>
          </p:nvSpPr>
          <p:spPr bwMode="auto">
            <a:xfrm>
              <a:off x="7410450" y="4331949"/>
              <a:ext cx="0" cy="585813"/>
            </a:xfrm>
            <a:prstGeom prst="line">
              <a:avLst/>
            </a:prstGeom>
            <a:noFill/>
            <a:ln w="25400">
              <a:solidFill>
                <a:schemeClr val="tx1"/>
              </a:solidFill>
              <a:round/>
              <a:headEnd/>
              <a:tailEnd/>
            </a:ln>
          </p:spPr>
          <p:txBody>
            <a:bodyPr wrap="none" anchor="ctr"/>
            <a:lstStyle/>
            <a:p>
              <a:endParaRPr lang="en-GB"/>
            </a:p>
          </p:txBody>
        </p:sp>
        <p:cxnSp>
          <p:nvCxnSpPr>
            <p:cNvPr id="4" name="Connector: Elbow 3">
              <a:extLst>
                <a:ext uri="{FF2B5EF4-FFF2-40B4-BE49-F238E27FC236}">
                  <a16:creationId xmlns:a16="http://schemas.microsoft.com/office/drawing/2014/main" id="{D02A040E-3E87-4E82-9635-EA8D2E6A82DB}"/>
                </a:ext>
              </a:extLst>
            </p:cNvPr>
            <p:cNvCxnSpPr>
              <a:cxnSpLocks/>
            </p:cNvCxnSpPr>
            <p:nvPr/>
          </p:nvCxnSpPr>
          <p:spPr>
            <a:xfrm rot="5400000" flipH="1" flipV="1">
              <a:off x="7603365" y="3103360"/>
              <a:ext cx="576000" cy="972000"/>
            </a:xfrm>
            <a:prstGeom prst="bentConnector3">
              <a:avLst>
                <a:gd name="adj1" fmla="val 50000"/>
              </a:avLst>
            </a:prstGeom>
            <a:ln w="25400"/>
          </p:spPr>
          <p:style>
            <a:lnRef idx="1">
              <a:schemeClr val="accent1"/>
            </a:lnRef>
            <a:fillRef idx="0">
              <a:schemeClr val="accent1"/>
            </a:fillRef>
            <a:effectRef idx="0">
              <a:schemeClr val="accent1"/>
            </a:effectRef>
            <a:fontRef idx="minor">
              <a:schemeClr val="tx1"/>
            </a:fontRef>
          </p:style>
        </p:cxnSp>
        <p:cxnSp>
          <p:nvCxnSpPr>
            <p:cNvPr id="41" name="Connector: Elbow 40">
              <a:extLst>
                <a:ext uri="{FF2B5EF4-FFF2-40B4-BE49-F238E27FC236}">
                  <a16:creationId xmlns:a16="http://schemas.microsoft.com/office/drawing/2014/main" id="{DBA7BCB5-BDB4-4246-AF85-396C8124A1E6}"/>
                </a:ext>
              </a:extLst>
            </p:cNvPr>
            <p:cNvCxnSpPr>
              <a:cxnSpLocks/>
            </p:cNvCxnSpPr>
            <p:nvPr/>
          </p:nvCxnSpPr>
          <p:spPr>
            <a:xfrm rot="16200000" flipV="1">
              <a:off x="8580578" y="3095844"/>
              <a:ext cx="576000" cy="972000"/>
            </a:xfrm>
            <a:prstGeom prst="bentConnector3">
              <a:avLst>
                <a:gd name="adj1" fmla="val 50000"/>
              </a:avLst>
            </a:prstGeom>
            <a:ln w="25400"/>
          </p:spPr>
          <p:style>
            <a:lnRef idx="1">
              <a:schemeClr val="accent1"/>
            </a:lnRef>
            <a:fillRef idx="0">
              <a:schemeClr val="accent1"/>
            </a:fillRef>
            <a:effectRef idx="0">
              <a:schemeClr val="accent1"/>
            </a:effectRef>
            <a:fontRef idx="minor">
              <a:schemeClr val="tx1"/>
            </a:fontRef>
          </p:style>
        </p:cxnSp>
        <p:cxnSp>
          <p:nvCxnSpPr>
            <p:cNvPr id="42" name="Connector: Elbow 41">
              <a:extLst>
                <a:ext uri="{FF2B5EF4-FFF2-40B4-BE49-F238E27FC236}">
                  <a16:creationId xmlns:a16="http://schemas.microsoft.com/office/drawing/2014/main" id="{A5A06A38-39EF-4B06-8B12-6AD24B7F680E}"/>
                </a:ext>
              </a:extLst>
            </p:cNvPr>
            <p:cNvCxnSpPr>
              <a:cxnSpLocks/>
            </p:cNvCxnSpPr>
            <p:nvPr/>
          </p:nvCxnSpPr>
          <p:spPr>
            <a:xfrm rot="5400000" flipH="1" flipV="1">
              <a:off x="8582425" y="4133853"/>
              <a:ext cx="576000" cy="972000"/>
            </a:xfrm>
            <a:prstGeom prst="bentConnector3">
              <a:avLst>
                <a:gd name="adj1" fmla="val 50000"/>
              </a:avLst>
            </a:prstGeom>
            <a:ln w="25400"/>
          </p:spPr>
          <p:style>
            <a:lnRef idx="1">
              <a:schemeClr val="accent1"/>
            </a:lnRef>
            <a:fillRef idx="0">
              <a:schemeClr val="accent1"/>
            </a:fillRef>
            <a:effectRef idx="0">
              <a:schemeClr val="accent1"/>
            </a:effectRef>
            <a:fontRef idx="minor">
              <a:schemeClr val="tx1"/>
            </a:fontRef>
          </p:style>
        </p:cxnSp>
        <p:cxnSp>
          <p:nvCxnSpPr>
            <p:cNvPr id="43" name="Connector: Elbow 42">
              <a:extLst>
                <a:ext uri="{FF2B5EF4-FFF2-40B4-BE49-F238E27FC236}">
                  <a16:creationId xmlns:a16="http://schemas.microsoft.com/office/drawing/2014/main" id="{CE614D54-66AE-4C0F-927F-DDB3A7223C08}"/>
                </a:ext>
              </a:extLst>
            </p:cNvPr>
            <p:cNvCxnSpPr>
              <a:cxnSpLocks/>
            </p:cNvCxnSpPr>
            <p:nvPr/>
          </p:nvCxnSpPr>
          <p:spPr>
            <a:xfrm rot="16200000" flipV="1">
              <a:off x="9550673" y="4139985"/>
              <a:ext cx="576000" cy="972000"/>
            </a:xfrm>
            <a:prstGeom prst="bentConnector3">
              <a:avLst>
                <a:gd name="adj1" fmla="val 50000"/>
              </a:avLst>
            </a:prstGeom>
            <a:ln w="25400"/>
          </p:spPr>
          <p:style>
            <a:lnRef idx="1">
              <a:schemeClr val="accent1"/>
            </a:lnRef>
            <a:fillRef idx="0">
              <a:schemeClr val="accent1"/>
            </a:fillRef>
            <a:effectRef idx="0">
              <a:schemeClr val="accent1"/>
            </a:effectRef>
            <a:fontRef idx="minor">
              <a:schemeClr val="tx1"/>
            </a:fontRef>
          </p:style>
        </p:cxnSp>
        <p:sp>
          <p:nvSpPr>
            <p:cNvPr id="44" name="Line 16">
              <a:extLst>
                <a:ext uri="{FF2B5EF4-FFF2-40B4-BE49-F238E27FC236}">
                  <a16:creationId xmlns:a16="http://schemas.microsoft.com/office/drawing/2014/main" id="{85F4B1D2-72E8-4F23-8F5C-ED9A4897DD9C}"/>
                </a:ext>
              </a:extLst>
            </p:cNvPr>
            <p:cNvSpPr>
              <a:spLocks noChangeShapeType="1"/>
            </p:cNvSpPr>
            <p:nvPr/>
          </p:nvSpPr>
          <p:spPr bwMode="auto">
            <a:xfrm>
              <a:off x="9354578" y="4588995"/>
              <a:ext cx="0" cy="324000"/>
            </a:xfrm>
            <a:prstGeom prst="line">
              <a:avLst/>
            </a:prstGeom>
            <a:noFill/>
            <a:ln w="25400">
              <a:solidFill>
                <a:schemeClr val="tx1"/>
              </a:solidFill>
              <a:round/>
              <a:headEnd/>
              <a:tailEnd/>
            </a:ln>
          </p:spPr>
          <p:txBody>
            <a:bodyPr wrap="none" anchor="ctr"/>
            <a:lstStyle/>
            <a:p>
              <a:endParaRPr lang="en-GB"/>
            </a:p>
          </p:txBody>
        </p:sp>
      </p:grpSp>
      <p:sp>
        <p:nvSpPr>
          <p:cNvPr id="5" name="TextBox 4">
            <a:extLst>
              <a:ext uri="{FF2B5EF4-FFF2-40B4-BE49-F238E27FC236}">
                <a16:creationId xmlns:a16="http://schemas.microsoft.com/office/drawing/2014/main" id="{198072AE-E988-54C7-5F4E-9E051A48748C}"/>
              </a:ext>
            </a:extLst>
          </p:cNvPr>
          <p:cNvSpPr txBox="1"/>
          <p:nvPr/>
        </p:nvSpPr>
        <p:spPr>
          <a:xfrm>
            <a:off x="1124404" y="2790078"/>
            <a:ext cx="4204509" cy="2862322"/>
          </a:xfrm>
          <a:prstGeom prst="rect">
            <a:avLst/>
          </a:prstGeom>
          <a:solidFill>
            <a:schemeClr val="accent5">
              <a:lumMod val="20000"/>
              <a:lumOff val="80000"/>
            </a:schemeClr>
          </a:solidFill>
          <a:ln>
            <a:solidFill>
              <a:schemeClr val="bg1">
                <a:lumMod val="95000"/>
              </a:schemeClr>
            </a:solid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a:spAutoFit/>
          </a:bodyPr>
          <a:lstStyle/>
          <a:p>
            <a:r>
              <a:rPr lang="en-GB" sz="1800" b="1" dirty="0">
                <a:solidFill>
                  <a:srgbClr val="0000FF"/>
                </a:solidFill>
                <a:latin typeface="Consolas" panose="020B0609020204030204" pitchFamily="49" charset="0"/>
              </a:rPr>
              <a:t>&lt;</a:t>
            </a:r>
            <a:r>
              <a:rPr lang="en-GB" sz="1800" b="1" dirty="0">
                <a:solidFill>
                  <a:srgbClr val="800000"/>
                </a:solidFill>
                <a:latin typeface="Consolas" panose="020B0609020204030204" pitchFamily="49" charset="0"/>
              </a:rPr>
              <a:t>html</a:t>
            </a:r>
            <a:r>
              <a:rPr lang="en-GB" sz="1800" b="1" dirty="0">
                <a:solidFill>
                  <a:srgbClr val="0000FF"/>
                </a:solidFill>
                <a:latin typeface="Consolas" panose="020B0609020204030204" pitchFamily="49" charset="0"/>
              </a:rPr>
              <a:t>&gt;</a:t>
            </a:r>
            <a:endParaRPr lang="en-GB" sz="1800" b="1" dirty="0">
              <a:solidFill>
                <a:srgbClr val="000000"/>
              </a:solidFill>
              <a:latin typeface="Consolas" panose="020B0609020204030204" pitchFamily="49" charset="0"/>
            </a:endParaRPr>
          </a:p>
          <a:p>
            <a:r>
              <a:rPr lang="en-GB" sz="1800" b="1" dirty="0">
                <a:solidFill>
                  <a:srgbClr val="000000"/>
                </a:solidFill>
                <a:latin typeface="Consolas" panose="020B0609020204030204" pitchFamily="49" charset="0"/>
              </a:rPr>
              <a:t>    </a:t>
            </a:r>
            <a:r>
              <a:rPr lang="en-GB" sz="1800" b="1" dirty="0">
                <a:solidFill>
                  <a:srgbClr val="0000FF"/>
                </a:solidFill>
                <a:latin typeface="Consolas" panose="020B0609020204030204" pitchFamily="49" charset="0"/>
              </a:rPr>
              <a:t>&lt;</a:t>
            </a:r>
            <a:r>
              <a:rPr lang="en-GB" sz="1800" b="1" dirty="0">
                <a:solidFill>
                  <a:srgbClr val="800000"/>
                </a:solidFill>
                <a:latin typeface="Consolas" panose="020B0609020204030204" pitchFamily="49" charset="0"/>
              </a:rPr>
              <a:t>head</a:t>
            </a:r>
            <a:r>
              <a:rPr lang="en-GB" sz="1800" b="1" dirty="0">
                <a:solidFill>
                  <a:srgbClr val="0000FF"/>
                </a:solidFill>
                <a:latin typeface="Consolas" panose="020B0609020204030204" pitchFamily="49" charset="0"/>
              </a:rPr>
              <a:t>&gt;</a:t>
            </a:r>
            <a:endParaRPr lang="en-GB" sz="1800" b="1" dirty="0">
              <a:solidFill>
                <a:srgbClr val="000000"/>
              </a:solidFill>
              <a:latin typeface="Consolas" panose="020B0609020204030204" pitchFamily="49" charset="0"/>
            </a:endParaRPr>
          </a:p>
          <a:p>
            <a:r>
              <a:rPr lang="en-GB" sz="1800" b="1" dirty="0">
                <a:solidFill>
                  <a:srgbClr val="000000"/>
                </a:solidFill>
                <a:latin typeface="Consolas" panose="020B0609020204030204" pitchFamily="49" charset="0"/>
              </a:rPr>
              <a:t>        </a:t>
            </a:r>
            <a:r>
              <a:rPr lang="en-GB" sz="1800" b="1" dirty="0">
                <a:solidFill>
                  <a:srgbClr val="0000FF"/>
                </a:solidFill>
                <a:latin typeface="Consolas" panose="020B0609020204030204" pitchFamily="49" charset="0"/>
              </a:rPr>
              <a:t>&lt;</a:t>
            </a:r>
            <a:r>
              <a:rPr lang="en-GB" sz="1800" b="1" dirty="0">
                <a:solidFill>
                  <a:srgbClr val="800000"/>
                </a:solidFill>
                <a:latin typeface="Consolas" panose="020B0609020204030204" pitchFamily="49" charset="0"/>
              </a:rPr>
              <a:t>title</a:t>
            </a:r>
            <a:r>
              <a:rPr lang="en-GB" sz="1800" b="1" dirty="0">
                <a:solidFill>
                  <a:srgbClr val="0000FF"/>
                </a:solidFill>
                <a:latin typeface="Consolas" panose="020B0609020204030204" pitchFamily="49" charset="0"/>
              </a:rPr>
              <a:t>&gt;</a:t>
            </a:r>
            <a:r>
              <a:rPr lang="en-GB" sz="1800" b="1" dirty="0">
                <a:solidFill>
                  <a:srgbClr val="000000"/>
                </a:solidFill>
                <a:latin typeface="Consolas" panose="020B0609020204030204" pitchFamily="49" charset="0"/>
              </a:rPr>
              <a:t>QA</a:t>
            </a:r>
            <a:r>
              <a:rPr lang="en-GB" sz="1800" b="1" dirty="0">
                <a:solidFill>
                  <a:srgbClr val="0000FF"/>
                </a:solidFill>
                <a:latin typeface="Consolas" panose="020B0609020204030204" pitchFamily="49" charset="0"/>
              </a:rPr>
              <a:t>&lt;/</a:t>
            </a:r>
            <a:r>
              <a:rPr lang="en-GB" sz="1800" b="1" dirty="0">
                <a:solidFill>
                  <a:srgbClr val="800000"/>
                </a:solidFill>
                <a:latin typeface="Consolas" panose="020B0609020204030204" pitchFamily="49" charset="0"/>
              </a:rPr>
              <a:t>title</a:t>
            </a:r>
            <a:r>
              <a:rPr lang="en-GB" sz="1800" b="1" dirty="0">
                <a:solidFill>
                  <a:srgbClr val="0000FF"/>
                </a:solidFill>
                <a:latin typeface="Consolas" panose="020B0609020204030204" pitchFamily="49" charset="0"/>
              </a:rPr>
              <a:t>&gt;</a:t>
            </a:r>
            <a:endParaRPr lang="en-GB" sz="1800" b="1" dirty="0">
              <a:solidFill>
                <a:srgbClr val="000000"/>
              </a:solidFill>
              <a:latin typeface="Consolas" panose="020B0609020204030204" pitchFamily="49" charset="0"/>
            </a:endParaRPr>
          </a:p>
          <a:p>
            <a:r>
              <a:rPr lang="en-GB" sz="1800" b="1" dirty="0">
                <a:solidFill>
                  <a:srgbClr val="000000"/>
                </a:solidFill>
                <a:latin typeface="Consolas" panose="020B0609020204030204" pitchFamily="49" charset="0"/>
              </a:rPr>
              <a:t>    </a:t>
            </a:r>
            <a:r>
              <a:rPr lang="en-GB" sz="1800" b="1" dirty="0">
                <a:solidFill>
                  <a:srgbClr val="0000FF"/>
                </a:solidFill>
                <a:latin typeface="Consolas" panose="020B0609020204030204" pitchFamily="49" charset="0"/>
              </a:rPr>
              <a:t>&lt;/</a:t>
            </a:r>
            <a:r>
              <a:rPr lang="en-GB" sz="1800" b="1" dirty="0">
                <a:solidFill>
                  <a:srgbClr val="800000"/>
                </a:solidFill>
                <a:latin typeface="Consolas" panose="020B0609020204030204" pitchFamily="49" charset="0"/>
              </a:rPr>
              <a:t>head</a:t>
            </a:r>
            <a:r>
              <a:rPr lang="en-GB" sz="1800" b="1" dirty="0">
                <a:solidFill>
                  <a:srgbClr val="0000FF"/>
                </a:solidFill>
                <a:latin typeface="Consolas" panose="020B0609020204030204" pitchFamily="49" charset="0"/>
              </a:rPr>
              <a:t>&gt;</a:t>
            </a:r>
            <a:endParaRPr lang="en-GB" sz="1800" b="1" dirty="0">
              <a:solidFill>
                <a:srgbClr val="000000"/>
              </a:solidFill>
              <a:latin typeface="Consolas" panose="020B0609020204030204" pitchFamily="49" charset="0"/>
            </a:endParaRPr>
          </a:p>
          <a:p>
            <a:r>
              <a:rPr lang="en-GB" sz="1800" b="1" dirty="0">
                <a:solidFill>
                  <a:srgbClr val="000000"/>
                </a:solidFill>
                <a:latin typeface="Consolas" panose="020B0609020204030204" pitchFamily="49" charset="0"/>
              </a:rPr>
              <a:t>    </a:t>
            </a:r>
            <a:r>
              <a:rPr lang="en-GB" sz="1800" b="1" dirty="0">
                <a:solidFill>
                  <a:srgbClr val="0000FF"/>
                </a:solidFill>
                <a:latin typeface="Consolas" panose="020B0609020204030204" pitchFamily="49" charset="0"/>
              </a:rPr>
              <a:t>&lt;</a:t>
            </a:r>
            <a:r>
              <a:rPr lang="en-GB" sz="1800" b="1" dirty="0">
                <a:solidFill>
                  <a:srgbClr val="800000"/>
                </a:solidFill>
                <a:latin typeface="Consolas" panose="020B0609020204030204" pitchFamily="49" charset="0"/>
              </a:rPr>
              <a:t>body</a:t>
            </a:r>
            <a:r>
              <a:rPr lang="en-GB" sz="1800" b="1" dirty="0">
                <a:solidFill>
                  <a:srgbClr val="0000FF"/>
                </a:solidFill>
                <a:latin typeface="Consolas" panose="020B0609020204030204" pitchFamily="49" charset="0"/>
              </a:rPr>
              <a:t>&gt;</a:t>
            </a:r>
            <a:endParaRPr lang="en-GB" sz="1800" b="1" dirty="0">
              <a:solidFill>
                <a:srgbClr val="000000"/>
              </a:solidFill>
              <a:latin typeface="Consolas" panose="020B0609020204030204" pitchFamily="49" charset="0"/>
            </a:endParaRPr>
          </a:p>
          <a:p>
            <a:r>
              <a:rPr lang="en-GB" sz="1800" b="1" dirty="0">
                <a:solidFill>
                  <a:srgbClr val="000000"/>
                </a:solidFill>
                <a:latin typeface="Consolas" panose="020B0609020204030204" pitchFamily="49" charset="0"/>
              </a:rPr>
              <a:t>        </a:t>
            </a:r>
            <a:r>
              <a:rPr lang="en-GB" sz="1800" b="1" dirty="0">
                <a:solidFill>
                  <a:srgbClr val="0000FF"/>
                </a:solidFill>
                <a:latin typeface="Consolas" panose="020B0609020204030204" pitchFamily="49" charset="0"/>
              </a:rPr>
              <a:t>&lt;</a:t>
            </a:r>
            <a:r>
              <a:rPr lang="en-GB" sz="1800" b="1" dirty="0">
                <a:solidFill>
                  <a:srgbClr val="800000"/>
                </a:solidFill>
                <a:latin typeface="Consolas" panose="020B0609020204030204" pitchFamily="49" charset="0"/>
              </a:rPr>
              <a:t>h1</a:t>
            </a:r>
            <a:r>
              <a:rPr lang="en-GB" sz="1800" b="1" dirty="0">
                <a:solidFill>
                  <a:srgbClr val="0000FF"/>
                </a:solidFill>
                <a:latin typeface="Consolas" panose="020B0609020204030204" pitchFamily="49" charset="0"/>
              </a:rPr>
              <a:t>&gt;</a:t>
            </a:r>
            <a:r>
              <a:rPr lang="en-GB" sz="1800" b="1" dirty="0">
                <a:solidFill>
                  <a:schemeClr val="tx1"/>
                </a:solidFill>
                <a:latin typeface="Consolas" panose="020B0609020204030204" pitchFamily="49" charset="0"/>
              </a:rPr>
              <a:t>QA Training</a:t>
            </a:r>
            <a:r>
              <a:rPr lang="en-GB" sz="1800" b="1" dirty="0">
                <a:solidFill>
                  <a:srgbClr val="0000FF"/>
                </a:solidFill>
                <a:latin typeface="Consolas" panose="020B0609020204030204" pitchFamily="49" charset="0"/>
              </a:rPr>
              <a:t>&lt;/</a:t>
            </a:r>
            <a:r>
              <a:rPr lang="en-GB" sz="1800" b="1" dirty="0">
                <a:solidFill>
                  <a:srgbClr val="800000"/>
                </a:solidFill>
                <a:latin typeface="Consolas" panose="020B0609020204030204" pitchFamily="49" charset="0"/>
              </a:rPr>
              <a:t>h1</a:t>
            </a:r>
            <a:r>
              <a:rPr lang="en-GB" sz="1800" b="1" dirty="0">
                <a:solidFill>
                  <a:srgbClr val="0000FF"/>
                </a:solidFill>
                <a:latin typeface="Consolas" panose="020B0609020204030204" pitchFamily="49" charset="0"/>
              </a:rPr>
              <a:t>&gt;</a:t>
            </a:r>
            <a:endParaRPr lang="en-GB" sz="1800" b="1" dirty="0">
              <a:solidFill>
                <a:srgbClr val="000000"/>
              </a:solidFill>
              <a:latin typeface="Consolas" panose="020B0609020204030204" pitchFamily="49" charset="0"/>
            </a:endParaRPr>
          </a:p>
          <a:p>
            <a:r>
              <a:rPr lang="en-GB" sz="1800" b="1" dirty="0">
                <a:solidFill>
                  <a:srgbClr val="000000"/>
                </a:solidFill>
                <a:latin typeface="Consolas" panose="020B0609020204030204" pitchFamily="49" charset="0"/>
              </a:rPr>
              <a:t>        </a:t>
            </a:r>
            <a:r>
              <a:rPr lang="en-GB" sz="1800" b="1" dirty="0">
                <a:solidFill>
                  <a:srgbClr val="0000FF"/>
                </a:solidFill>
                <a:latin typeface="Consolas" panose="020B0609020204030204" pitchFamily="49" charset="0"/>
              </a:rPr>
              <a:t>&lt;</a:t>
            </a:r>
            <a:r>
              <a:rPr lang="en-GB" sz="1800" b="1" dirty="0">
                <a:solidFill>
                  <a:srgbClr val="800000"/>
                </a:solidFill>
                <a:latin typeface="Consolas" panose="020B0609020204030204" pitchFamily="49" charset="0"/>
              </a:rPr>
              <a:t>p</a:t>
            </a:r>
            <a:r>
              <a:rPr lang="en-GB" sz="1800" b="1" dirty="0">
                <a:solidFill>
                  <a:srgbClr val="0000FF"/>
                </a:solidFill>
                <a:latin typeface="Consolas" panose="020B0609020204030204" pitchFamily="49" charset="0"/>
              </a:rPr>
              <a:t>&gt;</a:t>
            </a:r>
            <a:r>
              <a:rPr lang="en-GB" sz="1800" b="1" dirty="0">
                <a:solidFill>
                  <a:srgbClr val="000000"/>
                </a:solidFill>
                <a:latin typeface="Consolas" panose="020B0609020204030204" pitchFamily="49" charset="0"/>
              </a:rPr>
              <a:t>Some text</a:t>
            </a:r>
            <a:r>
              <a:rPr lang="en-GB" sz="1800" b="1" dirty="0">
                <a:solidFill>
                  <a:srgbClr val="0000FF"/>
                </a:solidFill>
                <a:latin typeface="Consolas" panose="020B0609020204030204" pitchFamily="49" charset="0"/>
              </a:rPr>
              <a:t>&lt;/</a:t>
            </a:r>
            <a:r>
              <a:rPr lang="en-GB" sz="1800" b="1" dirty="0">
                <a:solidFill>
                  <a:srgbClr val="800000"/>
                </a:solidFill>
                <a:latin typeface="Consolas" panose="020B0609020204030204" pitchFamily="49" charset="0"/>
              </a:rPr>
              <a:t>p</a:t>
            </a:r>
            <a:r>
              <a:rPr lang="en-GB" sz="1800" b="1" dirty="0">
                <a:solidFill>
                  <a:srgbClr val="0000FF"/>
                </a:solidFill>
                <a:latin typeface="Consolas" panose="020B0609020204030204" pitchFamily="49" charset="0"/>
              </a:rPr>
              <a:t>&gt;</a:t>
            </a:r>
            <a:endParaRPr lang="en-GB" sz="1800" b="1" dirty="0">
              <a:solidFill>
                <a:srgbClr val="000000"/>
              </a:solidFill>
              <a:latin typeface="Consolas" panose="020B0609020204030204" pitchFamily="49" charset="0"/>
            </a:endParaRPr>
          </a:p>
          <a:p>
            <a:r>
              <a:rPr lang="en-GB" sz="1800" b="1" dirty="0">
                <a:solidFill>
                  <a:srgbClr val="000000"/>
                </a:solidFill>
                <a:latin typeface="Consolas" panose="020B0609020204030204" pitchFamily="49" charset="0"/>
              </a:rPr>
              <a:t>        </a:t>
            </a:r>
            <a:r>
              <a:rPr lang="en-GB" sz="1800" b="1" dirty="0">
                <a:solidFill>
                  <a:srgbClr val="0000FF"/>
                </a:solidFill>
                <a:latin typeface="Consolas" panose="020B0609020204030204" pitchFamily="49" charset="0"/>
              </a:rPr>
              <a:t>&lt;</a:t>
            </a:r>
            <a:r>
              <a:rPr lang="en-GB" sz="1800" b="1" dirty="0">
                <a:solidFill>
                  <a:srgbClr val="800000"/>
                </a:solidFill>
                <a:latin typeface="Consolas" panose="020B0609020204030204" pitchFamily="49" charset="0"/>
              </a:rPr>
              <a:t>hr</a:t>
            </a:r>
            <a:r>
              <a:rPr lang="en-GB" sz="1800" b="1" dirty="0">
                <a:solidFill>
                  <a:srgbClr val="000000"/>
                </a:solidFill>
                <a:latin typeface="Consolas" panose="020B0609020204030204" pitchFamily="49" charset="0"/>
              </a:rPr>
              <a:t> </a:t>
            </a:r>
            <a:r>
              <a:rPr lang="en-GB" sz="1800" b="1" dirty="0">
                <a:solidFill>
                  <a:srgbClr val="0000FF"/>
                </a:solidFill>
                <a:latin typeface="Consolas" panose="020B0609020204030204" pitchFamily="49" charset="0"/>
              </a:rPr>
              <a:t>/&gt;</a:t>
            </a:r>
            <a:endParaRPr lang="en-GB" sz="1800" b="1" dirty="0">
              <a:solidFill>
                <a:srgbClr val="000000"/>
              </a:solidFill>
              <a:latin typeface="Consolas" panose="020B0609020204030204" pitchFamily="49" charset="0"/>
            </a:endParaRPr>
          </a:p>
          <a:p>
            <a:r>
              <a:rPr lang="en-GB" sz="1800" b="1" dirty="0">
                <a:solidFill>
                  <a:srgbClr val="000000"/>
                </a:solidFill>
                <a:latin typeface="Consolas" panose="020B0609020204030204" pitchFamily="49" charset="0"/>
              </a:rPr>
              <a:t>    </a:t>
            </a:r>
            <a:r>
              <a:rPr lang="en-GB" sz="1800" b="1" dirty="0">
                <a:solidFill>
                  <a:srgbClr val="0000FF"/>
                </a:solidFill>
                <a:latin typeface="Consolas" panose="020B0609020204030204" pitchFamily="49" charset="0"/>
              </a:rPr>
              <a:t>&lt;/</a:t>
            </a:r>
            <a:r>
              <a:rPr lang="en-GB" sz="1800" b="1" dirty="0">
                <a:solidFill>
                  <a:srgbClr val="800000"/>
                </a:solidFill>
                <a:latin typeface="Consolas" panose="020B0609020204030204" pitchFamily="49" charset="0"/>
              </a:rPr>
              <a:t>body</a:t>
            </a:r>
            <a:r>
              <a:rPr lang="en-GB" sz="1800" b="1" dirty="0">
                <a:solidFill>
                  <a:srgbClr val="0000FF"/>
                </a:solidFill>
                <a:latin typeface="Consolas" panose="020B0609020204030204" pitchFamily="49" charset="0"/>
              </a:rPr>
              <a:t>&gt;</a:t>
            </a:r>
            <a:endParaRPr lang="en-GB" sz="1800" b="1" dirty="0">
              <a:solidFill>
                <a:srgbClr val="000000"/>
              </a:solidFill>
              <a:latin typeface="Consolas" panose="020B0609020204030204" pitchFamily="49" charset="0"/>
            </a:endParaRPr>
          </a:p>
          <a:p>
            <a:r>
              <a:rPr lang="en-GB" sz="1800" b="1" dirty="0">
                <a:solidFill>
                  <a:srgbClr val="0000FF"/>
                </a:solidFill>
                <a:latin typeface="Consolas" panose="020B0609020204030204" pitchFamily="49" charset="0"/>
              </a:rPr>
              <a:t>&lt;/</a:t>
            </a:r>
            <a:r>
              <a:rPr lang="en-GB" sz="1800" b="1" dirty="0">
                <a:solidFill>
                  <a:srgbClr val="800000"/>
                </a:solidFill>
                <a:latin typeface="Consolas" panose="020B0609020204030204" pitchFamily="49" charset="0"/>
              </a:rPr>
              <a:t>html</a:t>
            </a:r>
            <a:r>
              <a:rPr lang="en-GB" sz="1800" b="1" dirty="0">
                <a:solidFill>
                  <a:srgbClr val="0000FF"/>
                </a:solidFill>
                <a:latin typeface="Consolas" panose="020B0609020204030204" pitchFamily="49" charset="0"/>
              </a:rPr>
              <a:t>&gt;</a:t>
            </a:r>
            <a:endParaRPr lang="en-GB" sz="1800" b="1" dirty="0">
              <a:solidFill>
                <a:srgbClr val="000000"/>
              </a:solidFill>
              <a:latin typeface="Consolas" panose="020B0609020204030204" pitchFamily="49" charset="0"/>
            </a:endParaRPr>
          </a:p>
        </p:txBody>
      </p:sp>
    </p:spTree>
    <p:extLst>
      <p:ext uri="{BB962C8B-B14F-4D97-AF65-F5344CB8AC3E}">
        <p14:creationId xmlns:p14="http://schemas.microsoft.com/office/powerpoint/2010/main" val="2033383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5"/>
          <p:cNvSpPr>
            <a:spLocks noGrp="1" noChangeArrowheads="1"/>
          </p:cNvSpPr>
          <p:nvPr>
            <p:ph type="title"/>
          </p:nvPr>
        </p:nvSpPr>
        <p:spPr/>
        <p:txBody>
          <a:bodyPr/>
          <a:lstStyle/>
          <a:p>
            <a:r>
              <a:rPr lang="en-US" dirty="0"/>
              <a:t>Accessing Elements Using the DOM</a:t>
            </a:r>
          </a:p>
        </p:txBody>
      </p:sp>
      <p:sp>
        <p:nvSpPr>
          <p:cNvPr id="18435" name="Rectangle 6"/>
          <p:cNvSpPr>
            <a:spLocks noGrp="1" noChangeArrowheads="1"/>
          </p:cNvSpPr>
          <p:nvPr>
            <p:ph idx="1"/>
          </p:nvPr>
        </p:nvSpPr>
        <p:spPr>
          <a:xfrm>
            <a:off x="341272" y="1368255"/>
            <a:ext cx="11516239" cy="1213579"/>
          </a:xfrm>
        </p:spPr>
        <p:txBody>
          <a:bodyPr/>
          <a:lstStyle/>
          <a:p>
            <a:pPr marL="342900" indent="-342900">
              <a:buFont typeface="Arial" panose="020B0604020202020204" pitchFamily="34" charset="0"/>
              <a:buChar char="•"/>
            </a:pPr>
            <a:r>
              <a:rPr lang="en-GB" b="1" dirty="0"/>
              <a:t>Elements can be given an ID attribute</a:t>
            </a:r>
          </a:p>
          <a:p>
            <a:pPr marL="342900" indent="-342900">
              <a:buFont typeface="Arial" panose="020B0604020202020204" pitchFamily="34" charset="0"/>
              <a:buChar char="•"/>
            </a:pPr>
            <a:r>
              <a:rPr lang="en-GB" b="1" dirty="0"/>
              <a:t>Call </a:t>
            </a:r>
            <a:r>
              <a:rPr lang="en-GB" b="1" dirty="0" err="1">
                <a:latin typeface="Lucida Console" pitchFamily="49" charset="0"/>
              </a:rPr>
              <a:t>getElementById</a:t>
            </a:r>
            <a:r>
              <a:rPr lang="en-GB" b="1" dirty="0">
                <a:latin typeface="Lucida Console" pitchFamily="49" charset="0"/>
              </a:rPr>
              <a:t>(..) </a:t>
            </a:r>
            <a:r>
              <a:rPr lang="en-GB" b="1" dirty="0">
                <a:latin typeface="+mn-lt"/>
                <a:ea typeface="Arial" charset="0"/>
                <a:cs typeface="Arial" charset="0"/>
              </a:rPr>
              <a:t>to get a single reference</a:t>
            </a:r>
          </a:p>
          <a:p>
            <a:pPr marL="342900" indent="-342900">
              <a:buFont typeface="Arial" panose="020B0604020202020204" pitchFamily="34" charset="0"/>
              <a:buChar char="•"/>
            </a:pPr>
            <a:r>
              <a:rPr lang="en-GB" b="1" dirty="0"/>
              <a:t>Call </a:t>
            </a:r>
            <a:r>
              <a:rPr lang="en-GB" b="1" dirty="0" err="1">
                <a:latin typeface="Lucida Console" pitchFamily="49" charset="0"/>
              </a:rPr>
              <a:t>getElementsByTagName</a:t>
            </a:r>
            <a:r>
              <a:rPr lang="en-GB" b="1" dirty="0">
                <a:latin typeface="Lucida Console" pitchFamily="49" charset="0"/>
              </a:rPr>
              <a:t>(..) </a:t>
            </a:r>
            <a:r>
              <a:rPr lang="en-GB" b="1" dirty="0">
                <a:latin typeface="+mn-lt"/>
              </a:rPr>
              <a:t>to obtain an array of references</a:t>
            </a:r>
          </a:p>
        </p:txBody>
      </p:sp>
      <p:sp>
        <p:nvSpPr>
          <p:cNvPr id="4" name="TextBox 3">
            <a:extLst>
              <a:ext uri="{FF2B5EF4-FFF2-40B4-BE49-F238E27FC236}">
                <a16:creationId xmlns:a16="http://schemas.microsoft.com/office/drawing/2014/main" id="{75A9329E-A89B-E0F9-38C6-1A31D2C3B320}"/>
              </a:ext>
            </a:extLst>
          </p:cNvPr>
          <p:cNvSpPr txBox="1"/>
          <p:nvPr/>
        </p:nvSpPr>
        <p:spPr>
          <a:xfrm>
            <a:off x="763228" y="2729042"/>
            <a:ext cx="8425017" cy="3693319"/>
          </a:xfrm>
          <a:prstGeom prst="rect">
            <a:avLst/>
          </a:prstGeom>
          <a:solidFill>
            <a:schemeClr val="accent5">
              <a:lumMod val="20000"/>
              <a:lumOff val="80000"/>
            </a:schemeClr>
          </a:solidFill>
          <a:ln>
            <a:solidFill>
              <a:schemeClr val="bg1">
                <a:lumMod val="95000"/>
              </a:schemeClr>
            </a:solid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a:spAutoFit/>
          </a:bodyPr>
          <a:lstStyle/>
          <a:p>
            <a:r>
              <a:rPr lang="en-GB" sz="1800" b="1" dirty="0">
                <a:solidFill>
                  <a:srgbClr val="000000"/>
                </a:solidFill>
                <a:latin typeface="Consolas" panose="020B0609020204030204" pitchFamily="49" charset="0"/>
              </a:rPr>
              <a:t> </a:t>
            </a:r>
            <a:r>
              <a:rPr lang="en-GB" sz="1800" b="1" dirty="0">
                <a:solidFill>
                  <a:srgbClr val="0000FF"/>
                </a:solidFill>
                <a:latin typeface="Consolas" panose="020B0609020204030204" pitchFamily="49" charset="0"/>
              </a:rPr>
              <a:t>&lt;</a:t>
            </a:r>
            <a:r>
              <a:rPr lang="en-GB" sz="1800" b="1" dirty="0">
                <a:solidFill>
                  <a:srgbClr val="800000"/>
                </a:solidFill>
                <a:latin typeface="Consolas" panose="020B0609020204030204" pitchFamily="49" charset="0"/>
              </a:rPr>
              <a:t>div</a:t>
            </a:r>
            <a:r>
              <a:rPr lang="en-GB" sz="1800" b="1" dirty="0">
                <a:solidFill>
                  <a:srgbClr val="000000"/>
                </a:solidFill>
                <a:latin typeface="Consolas" panose="020B0609020204030204" pitchFamily="49" charset="0"/>
              </a:rPr>
              <a:t> </a:t>
            </a:r>
            <a:r>
              <a:rPr lang="en-GB" sz="1800" b="1" dirty="0">
                <a:solidFill>
                  <a:srgbClr val="FF0000"/>
                </a:solidFill>
                <a:latin typeface="Consolas" panose="020B0609020204030204" pitchFamily="49" charset="0"/>
              </a:rPr>
              <a:t>id</a:t>
            </a:r>
            <a:r>
              <a:rPr lang="en-GB" sz="1800" b="1" dirty="0">
                <a:solidFill>
                  <a:srgbClr val="0000FF"/>
                </a:solidFill>
                <a:latin typeface="Consolas" panose="020B0609020204030204" pitchFamily="49" charset="0"/>
              </a:rPr>
              <a:t>="greet"&gt;</a:t>
            </a:r>
            <a:r>
              <a:rPr lang="en-GB" sz="1800" b="1" dirty="0">
                <a:solidFill>
                  <a:srgbClr val="000000"/>
                </a:solidFill>
                <a:latin typeface="Consolas" panose="020B0609020204030204" pitchFamily="49" charset="0"/>
              </a:rPr>
              <a:t>Hello world</a:t>
            </a:r>
            <a:r>
              <a:rPr lang="en-GB" sz="1800" b="1" dirty="0">
                <a:solidFill>
                  <a:srgbClr val="0000FF"/>
                </a:solidFill>
                <a:latin typeface="Consolas" panose="020B0609020204030204" pitchFamily="49" charset="0"/>
              </a:rPr>
              <a:t>&lt;/</a:t>
            </a:r>
            <a:r>
              <a:rPr lang="en-GB" sz="1800" b="1" dirty="0">
                <a:solidFill>
                  <a:srgbClr val="800000"/>
                </a:solidFill>
                <a:latin typeface="Consolas" panose="020B0609020204030204" pitchFamily="49" charset="0"/>
              </a:rPr>
              <a:t>div</a:t>
            </a:r>
            <a:r>
              <a:rPr lang="en-GB" sz="1800" b="1" dirty="0">
                <a:solidFill>
                  <a:srgbClr val="0000FF"/>
                </a:solidFill>
                <a:latin typeface="Consolas" panose="020B0609020204030204" pitchFamily="49" charset="0"/>
              </a:rPr>
              <a:t>&gt;</a:t>
            </a:r>
            <a:endParaRPr lang="en-GB" sz="1800" b="1" dirty="0">
              <a:solidFill>
                <a:srgbClr val="000000"/>
              </a:solidFill>
              <a:latin typeface="Consolas" panose="020B0609020204030204" pitchFamily="49" charset="0"/>
            </a:endParaRPr>
          </a:p>
          <a:p>
            <a:r>
              <a:rPr lang="en-GB" sz="1800" b="1" dirty="0">
                <a:solidFill>
                  <a:srgbClr val="000000"/>
                </a:solidFill>
                <a:latin typeface="Consolas" panose="020B0609020204030204" pitchFamily="49" charset="0"/>
              </a:rPr>
              <a:t> </a:t>
            </a:r>
            <a:r>
              <a:rPr lang="en-GB" sz="1800" b="1" dirty="0">
                <a:solidFill>
                  <a:srgbClr val="0000FF"/>
                </a:solidFill>
                <a:latin typeface="Consolas" panose="020B0609020204030204" pitchFamily="49" charset="0"/>
              </a:rPr>
              <a:t>&lt;</a:t>
            </a:r>
            <a:r>
              <a:rPr lang="en-GB" sz="1800" b="1" dirty="0">
                <a:solidFill>
                  <a:srgbClr val="800000"/>
                </a:solidFill>
                <a:latin typeface="Consolas" panose="020B0609020204030204" pitchFamily="49" charset="0"/>
              </a:rPr>
              <a:t>div</a:t>
            </a:r>
            <a:r>
              <a:rPr lang="en-GB" sz="1800" b="1" dirty="0">
                <a:solidFill>
                  <a:srgbClr val="0000FF"/>
                </a:solidFill>
                <a:latin typeface="Consolas" panose="020B0609020204030204" pitchFamily="49" charset="0"/>
              </a:rPr>
              <a:t>&gt;</a:t>
            </a:r>
            <a:r>
              <a:rPr lang="en-GB" sz="1800" b="1" dirty="0">
                <a:solidFill>
                  <a:srgbClr val="000000"/>
                </a:solidFill>
                <a:latin typeface="Consolas" panose="020B0609020204030204" pitchFamily="49" charset="0"/>
              </a:rPr>
              <a:t>Another div</a:t>
            </a:r>
            <a:r>
              <a:rPr lang="en-GB" sz="1800" b="1" dirty="0">
                <a:solidFill>
                  <a:srgbClr val="0000FF"/>
                </a:solidFill>
                <a:latin typeface="Consolas" panose="020B0609020204030204" pitchFamily="49" charset="0"/>
              </a:rPr>
              <a:t>&lt;/</a:t>
            </a:r>
            <a:r>
              <a:rPr lang="en-GB" sz="1800" b="1" dirty="0">
                <a:solidFill>
                  <a:srgbClr val="800000"/>
                </a:solidFill>
                <a:latin typeface="Consolas" panose="020B0609020204030204" pitchFamily="49" charset="0"/>
              </a:rPr>
              <a:t>div</a:t>
            </a:r>
            <a:r>
              <a:rPr lang="en-GB" sz="1800" b="1" dirty="0">
                <a:solidFill>
                  <a:srgbClr val="0000FF"/>
                </a:solidFill>
                <a:latin typeface="Consolas" panose="020B0609020204030204" pitchFamily="49" charset="0"/>
              </a:rPr>
              <a:t>&gt;</a:t>
            </a:r>
            <a:endParaRPr lang="en-GB" sz="1800" b="1" dirty="0">
              <a:solidFill>
                <a:srgbClr val="000000"/>
              </a:solidFill>
              <a:latin typeface="Consolas" panose="020B0609020204030204" pitchFamily="49" charset="0"/>
            </a:endParaRPr>
          </a:p>
          <a:p>
            <a:endParaRPr lang="en-GB" sz="1800" b="1" dirty="0">
              <a:solidFill>
                <a:srgbClr val="000000"/>
              </a:solidFill>
              <a:latin typeface="Consolas" panose="020B0609020204030204" pitchFamily="49" charset="0"/>
            </a:endParaRPr>
          </a:p>
          <a:p>
            <a:r>
              <a:rPr lang="en-GB" sz="1800" b="1" dirty="0">
                <a:solidFill>
                  <a:srgbClr val="000000"/>
                </a:solidFill>
                <a:latin typeface="Consolas" panose="020B0609020204030204" pitchFamily="49" charset="0"/>
              </a:rPr>
              <a:t> </a:t>
            </a:r>
            <a:r>
              <a:rPr lang="en-GB" sz="1800" b="1" dirty="0">
                <a:solidFill>
                  <a:srgbClr val="0000FF"/>
                </a:solidFill>
                <a:latin typeface="Consolas" panose="020B0609020204030204" pitchFamily="49" charset="0"/>
              </a:rPr>
              <a:t>&lt;</a:t>
            </a:r>
            <a:r>
              <a:rPr lang="en-GB" sz="1800" b="1" dirty="0">
                <a:solidFill>
                  <a:srgbClr val="800000"/>
                </a:solidFill>
                <a:latin typeface="Consolas" panose="020B0609020204030204" pitchFamily="49" charset="0"/>
              </a:rPr>
              <a:t>script</a:t>
            </a:r>
            <a:r>
              <a:rPr lang="en-GB" sz="1800" b="1" dirty="0">
                <a:solidFill>
                  <a:srgbClr val="0000FF"/>
                </a:solidFill>
                <a:latin typeface="Consolas" panose="020B0609020204030204" pitchFamily="49" charset="0"/>
              </a:rPr>
              <a:t>&gt;</a:t>
            </a:r>
            <a:endParaRPr lang="en-GB" sz="1800" b="1" dirty="0">
              <a:solidFill>
                <a:srgbClr val="000000"/>
              </a:solidFill>
              <a:latin typeface="Consolas" panose="020B0609020204030204" pitchFamily="49" charset="0"/>
            </a:endParaRPr>
          </a:p>
          <a:p>
            <a:r>
              <a:rPr lang="en-GB" sz="1800" b="1" dirty="0">
                <a:solidFill>
                  <a:srgbClr val="000000"/>
                </a:solidFill>
                <a:latin typeface="Consolas" panose="020B0609020204030204" pitchFamily="49" charset="0"/>
              </a:rPr>
              <a:t> </a:t>
            </a:r>
          </a:p>
          <a:p>
            <a:r>
              <a:rPr lang="en-GB" b="1" dirty="0">
                <a:solidFill>
                  <a:srgbClr val="000000"/>
                </a:solidFill>
                <a:latin typeface="Consolas" panose="020B0609020204030204" pitchFamily="49" charset="0"/>
              </a:rPr>
              <a:t>	</a:t>
            </a:r>
            <a:r>
              <a:rPr lang="en-GB" sz="1800" b="1" dirty="0">
                <a:solidFill>
                  <a:srgbClr val="0000FF"/>
                </a:solidFill>
                <a:latin typeface="Consolas" panose="020B0609020204030204" pitchFamily="49" charset="0"/>
              </a:rPr>
              <a:t>let</a:t>
            </a:r>
            <a:r>
              <a:rPr lang="en-GB" sz="1800" b="1" dirty="0">
                <a:solidFill>
                  <a:srgbClr val="000000"/>
                </a:solidFill>
                <a:latin typeface="Consolas" panose="020B0609020204030204" pitchFamily="49" charset="0"/>
              </a:rPr>
              <a:t> div1 = </a:t>
            </a:r>
            <a:r>
              <a:rPr lang="en-GB" sz="1800" b="1" dirty="0" err="1">
                <a:solidFill>
                  <a:srgbClr val="000000"/>
                </a:solidFill>
                <a:latin typeface="Consolas" panose="020B0609020204030204" pitchFamily="49" charset="0"/>
              </a:rPr>
              <a:t>document.getElementById</a:t>
            </a:r>
            <a:r>
              <a:rPr lang="en-GB" sz="1800" b="1" dirty="0">
                <a:solidFill>
                  <a:srgbClr val="000000"/>
                </a:solidFill>
                <a:latin typeface="Consolas" panose="020B0609020204030204" pitchFamily="49" charset="0"/>
              </a:rPr>
              <a:t>(</a:t>
            </a:r>
            <a:r>
              <a:rPr lang="en-GB" sz="1800" b="1" dirty="0">
                <a:solidFill>
                  <a:srgbClr val="A31515"/>
                </a:solidFill>
                <a:latin typeface="Consolas" panose="020B0609020204030204" pitchFamily="49" charset="0"/>
              </a:rPr>
              <a:t>"</a:t>
            </a:r>
            <a:r>
              <a:rPr lang="en-GB" b="1" dirty="0">
                <a:solidFill>
                  <a:srgbClr val="0000FF"/>
                </a:solidFill>
                <a:latin typeface="Consolas" panose="020B0609020204030204" pitchFamily="49" charset="0"/>
              </a:rPr>
              <a:t>greet</a:t>
            </a:r>
            <a:r>
              <a:rPr lang="en-GB" sz="1800" b="1" dirty="0">
                <a:solidFill>
                  <a:srgbClr val="A31515"/>
                </a:solidFill>
                <a:latin typeface="Consolas" panose="020B0609020204030204" pitchFamily="49" charset="0"/>
              </a:rPr>
              <a:t>"</a:t>
            </a:r>
            <a:r>
              <a:rPr lang="en-GB" sz="1800" b="1" dirty="0">
                <a:solidFill>
                  <a:srgbClr val="000000"/>
                </a:solidFill>
                <a:latin typeface="Consolas" panose="020B0609020204030204" pitchFamily="49" charset="0"/>
              </a:rPr>
              <a:t>); </a:t>
            </a:r>
          </a:p>
          <a:p>
            <a:endParaRPr lang="en-GB" sz="1800" b="1" dirty="0">
              <a:solidFill>
                <a:srgbClr val="000000"/>
              </a:solidFill>
              <a:latin typeface="Consolas" panose="020B0609020204030204" pitchFamily="49" charset="0"/>
            </a:endParaRPr>
          </a:p>
          <a:p>
            <a:r>
              <a:rPr lang="en-GB" sz="1800" b="1" dirty="0">
                <a:solidFill>
                  <a:srgbClr val="000000"/>
                </a:solidFill>
                <a:latin typeface="Consolas" panose="020B0609020204030204" pitchFamily="49" charset="0"/>
              </a:rPr>
              <a:t>	</a:t>
            </a:r>
            <a:r>
              <a:rPr lang="en-GB" sz="1800" b="1" dirty="0">
                <a:solidFill>
                  <a:srgbClr val="0000FF"/>
                </a:solidFill>
                <a:latin typeface="Consolas" panose="020B0609020204030204" pitchFamily="49" charset="0"/>
              </a:rPr>
              <a:t>let</a:t>
            </a:r>
            <a:r>
              <a:rPr lang="en-GB" sz="1800" b="1" dirty="0">
                <a:solidFill>
                  <a:srgbClr val="000000"/>
                </a:solidFill>
                <a:latin typeface="Consolas" panose="020B0609020204030204" pitchFamily="49" charset="0"/>
              </a:rPr>
              <a:t> </a:t>
            </a:r>
            <a:r>
              <a:rPr lang="en-GB" sz="1800" b="1" dirty="0" err="1">
                <a:solidFill>
                  <a:srgbClr val="000000"/>
                </a:solidFill>
                <a:latin typeface="Consolas" panose="020B0609020204030204" pitchFamily="49" charset="0"/>
              </a:rPr>
              <a:t>allDivs</a:t>
            </a:r>
            <a:r>
              <a:rPr lang="en-GB" sz="1800" b="1" dirty="0">
                <a:solidFill>
                  <a:srgbClr val="000000"/>
                </a:solidFill>
                <a:latin typeface="Consolas" panose="020B0609020204030204" pitchFamily="49" charset="0"/>
              </a:rPr>
              <a:t> = </a:t>
            </a:r>
            <a:r>
              <a:rPr lang="en-GB" sz="1800" b="1" dirty="0" err="1">
                <a:solidFill>
                  <a:srgbClr val="000000"/>
                </a:solidFill>
                <a:latin typeface="Consolas" panose="020B0609020204030204" pitchFamily="49" charset="0"/>
              </a:rPr>
              <a:t>document.getElementsByTagName</a:t>
            </a:r>
            <a:r>
              <a:rPr lang="en-GB" sz="1800" b="1" dirty="0">
                <a:solidFill>
                  <a:srgbClr val="000000"/>
                </a:solidFill>
                <a:latin typeface="Consolas" panose="020B0609020204030204" pitchFamily="49" charset="0"/>
              </a:rPr>
              <a:t>(</a:t>
            </a:r>
            <a:r>
              <a:rPr lang="en-GB" sz="1800" b="1" dirty="0">
                <a:solidFill>
                  <a:srgbClr val="A31515"/>
                </a:solidFill>
                <a:latin typeface="Consolas" panose="020B0609020204030204" pitchFamily="49" charset="0"/>
              </a:rPr>
              <a:t>"div"</a:t>
            </a:r>
            <a:r>
              <a:rPr lang="en-GB" sz="1800" b="1" dirty="0">
                <a:solidFill>
                  <a:srgbClr val="000000"/>
                </a:solidFill>
                <a:latin typeface="Consolas" panose="020B0609020204030204" pitchFamily="49" charset="0"/>
              </a:rPr>
              <a:t>);</a:t>
            </a:r>
          </a:p>
          <a:p>
            <a:r>
              <a:rPr lang="en-GB" b="1" dirty="0">
                <a:solidFill>
                  <a:srgbClr val="000000"/>
                </a:solidFill>
                <a:latin typeface="Consolas" panose="020B0609020204030204" pitchFamily="49" charset="0"/>
              </a:rPr>
              <a:t>	</a:t>
            </a:r>
            <a:r>
              <a:rPr lang="en-GB" sz="1800" b="1" dirty="0">
                <a:solidFill>
                  <a:srgbClr val="0000FF"/>
                </a:solidFill>
                <a:latin typeface="Consolas" panose="020B0609020204030204" pitchFamily="49" charset="0"/>
              </a:rPr>
              <a:t>let</a:t>
            </a:r>
            <a:r>
              <a:rPr lang="en-GB" sz="1800" b="1" dirty="0">
                <a:solidFill>
                  <a:srgbClr val="000000"/>
                </a:solidFill>
                <a:latin typeface="Consolas" panose="020B0609020204030204" pitchFamily="49" charset="0"/>
              </a:rPr>
              <a:t> div2 = </a:t>
            </a:r>
            <a:r>
              <a:rPr lang="en-GB" sz="1800" b="1" dirty="0" err="1">
                <a:solidFill>
                  <a:srgbClr val="000000"/>
                </a:solidFill>
                <a:latin typeface="Consolas" panose="020B0609020204030204" pitchFamily="49" charset="0"/>
              </a:rPr>
              <a:t>allDivs</a:t>
            </a:r>
            <a:r>
              <a:rPr lang="en-GB" sz="1800" b="1" dirty="0">
                <a:solidFill>
                  <a:srgbClr val="000000"/>
                </a:solidFill>
                <a:latin typeface="Consolas" panose="020B0609020204030204" pitchFamily="49" charset="0"/>
              </a:rPr>
              <a:t>[0]; </a:t>
            </a:r>
          </a:p>
          <a:p>
            <a:r>
              <a:rPr lang="en-GB" sz="1800" b="1" dirty="0">
                <a:solidFill>
                  <a:srgbClr val="000000"/>
                </a:solidFill>
                <a:latin typeface="Consolas" panose="020B0609020204030204" pitchFamily="49" charset="0"/>
              </a:rPr>
              <a:t>	</a:t>
            </a:r>
            <a:r>
              <a:rPr lang="en-GB" sz="1800" b="1" dirty="0">
                <a:solidFill>
                  <a:srgbClr val="0000FF"/>
                </a:solidFill>
                <a:latin typeface="Consolas" panose="020B0609020204030204" pitchFamily="49" charset="0"/>
              </a:rPr>
              <a:t>let</a:t>
            </a:r>
            <a:r>
              <a:rPr lang="en-GB" sz="1800" b="1" dirty="0">
                <a:solidFill>
                  <a:srgbClr val="000000"/>
                </a:solidFill>
                <a:latin typeface="Consolas" panose="020B0609020204030204" pitchFamily="49" charset="0"/>
              </a:rPr>
              <a:t> div3 = </a:t>
            </a:r>
            <a:r>
              <a:rPr lang="en-GB" sz="1800" b="1" dirty="0" err="1">
                <a:solidFill>
                  <a:srgbClr val="000000"/>
                </a:solidFill>
                <a:latin typeface="Consolas" panose="020B0609020204030204" pitchFamily="49" charset="0"/>
              </a:rPr>
              <a:t>allDivs</a:t>
            </a:r>
            <a:r>
              <a:rPr lang="en-GB" sz="1800" b="1" dirty="0">
                <a:solidFill>
                  <a:srgbClr val="000000"/>
                </a:solidFill>
                <a:latin typeface="Consolas" panose="020B0609020204030204" pitchFamily="49" charset="0"/>
              </a:rPr>
              <a:t>[</a:t>
            </a:r>
            <a:r>
              <a:rPr lang="en-GB" sz="1800" b="1" dirty="0">
                <a:solidFill>
                  <a:srgbClr val="A31515"/>
                </a:solidFill>
                <a:latin typeface="Consolas" panose="020B0609020204030204" pitchFamily="49" charset="0"/>
              </a:rPr>
              <a:t>"</a:t>
            </a:r>
            <a:r>
              <a:rPr lang="en-GB" b="1" dirty="0">
                <a:solidFill>
                  <a:srgbClr val="0000FF"/>
                </a:solidFill>
                <a:latin typeface="Consolas" panose="020B0609020204030204" pitchFamily="49" charset="0"/>
              </a:rPr>
              <a:t>greet</a:t>
            </a:r>
            <a:r>
              <a:rPr lang="en-GB" sz="1800" b="1" dirty="0">
                <a:solidFill>
                  <a:srgbClr val="A31515"/>
                </a:solidFill>
                <a:latin typeface="Consolas" panose="020B0609020204030204" pitchFamily="49" charset="0"/>
              </a:rPr>
              <a:t>"</a:t>
            </a:r>
            <a:r>
              <a:rPr lang="en-GB" sz="1800" b="1" dirty="0">
                <a:solidFill>
                  <a:srgbClr val="000000"/>
                </a:solidFill>
                <a:latin typeface="Consolas" panose="020B0609020204030204" pitchFamily="49" charset="0"/>
              </a:rPr>
              <a:t>]; </a:t>
            </a:r>
          </a:p>
          <a:p>
            <a:r>
              <a:rPr lang="en-GB" sz="1800" b="1" dirty="0">
                <a:solidFill>
                  <a:srgbClr val="000000"/>
                </a:solidFill>
                <a:latin typeface="Consolas" panose="020B0609020204030204" pitchFamily="49" charset="0"/>
              </a:rPr>
              <a:t>	</a:t>
            </a:r>
            <a:r>
              <a:rPr lang="en-GB" sz="1800" b="1" dirty="0">
                <a:solidFill>
                  <a:srgbClr val="0000FF"/>
                </a:solidFill>
                <a:latin typeface="Consolas" panose="020B0609020204030204" pitchFamily="49" charset="0"/>
              </a:rPr>
              <a:t>let</a:t>
            </a:r>
            <a:r>
              <a:rPr lang="en-GB" sz="1800" b="1" dirty="0">
                <a:solidFill>
                  <a:srgbClr val="000000"/>
                </a:solidFill>
                <a:latin typeface="Consolas" panose="020B0609020204030204" pitchFamily="49" charset="0"/>
              </a:rPr>
              <a:t> div4 = </a:t>
            </a:r>
            <a:r>
              <a:rPr lang="en-GB" sz="1800" b="1" dirty="0" err="1">
                <a:solidFill>
                  <a:srgbClr val="000000"/>
                </a:solidFill>
                <a:latin typeface="Consolas" panose="020B0609020204030204" pitchFamily="49" charset="0"/>
              </a:rPr>
              <a:t>allDivs</a:t>
            </a:r>
            <a:r>
              <a:rPr lang="en-GB" sz="1800" b="1" dirty="0">
                <a:solidFill>
                  <a:srgbClr val="000000"/>
                </a:solidFill>
                <a:latin typeface="Consolas" panose="020B0609020204030204" pitchFamily="49" charset="0"/>
              </a:rPr>
              <a:t>[1];</a:t>
            </a:r>
          </a:p>
          <a:p>
            <a:r>
              <a:rPr lang="en-GB" sz="1800" b="1" dirty="0">
                <a:solidFill>
                  <a:srgbClr val="000000"/>
                </a:solidFill>
                <a:latin typeface="Consolas" panose="020B0609020204030204" pitchFamily="49" charset="0"/>
              </a:rPr>
              <a:t> </a:t>
            </a:r>
          </a:p>
          <a:p>
            <a:r>
              <a:rPr lang="en-GB" sz="1800" b="1" dirty="0">
                <a:solidFill>
                  <a:srgbClr val="0000FF"/>
                </a:solidFill>
                <a:latin typeface="Consolas" panose="020B0609020204030204" pitchFamily="49" charset="0"/>
              </a:rPr>
              <a:t> &lt;/</a:t>
            </a:r>
            <a:r>
              <a:rPr lang="en-GB" sz="1800" b="1" dirty="0">
                <a:solidFill>
                  <a:srgbClr val="800000"/>
                </a:solidFill>
                <a:latin typeface="Consolas" panose="020B0609020204030204" pitchFamily="49" charset="0"/>
              </a:rPr>
              <a:t>script</a:t>
            </a:r>
            <a:r>
              <a:rPr lang="en-GB" sz="1800" b="1" dirty="0">
                <a:solidFill>
                  <a:srgbClr val="0000FF"/>
                </a:solidFill>
                <a:latin typeface="Consolas" panose="020B0609020204030204" pitchFamily="49" charset="0"/>
              </a:rPr>
              <a:t>&gt;</a:t>
            </a:r>
            <a:endParaRPr lang="en-GB" b="1" dirty="0"/>
          </a:p>
        </p:txBody>
      </p:sp>
    </p:spTree>
    <p:extLst>
      <p:ext uri="{BB962C8B-B14F-4D97-AF65-F5344CB8AC3E}">
        <p14:creationId xmlns:p14="http://schemas.microsoft.com/office/powerpoint/2010/main" val="8563288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5"/>
          <p:cNvSpPr>
            <a:spLocks noGrp="1" noChangeArrowheads="1"/>
          </p:cNvSpPr>
          <p:nvPr>
            <p:ph type="title"/>
          </p:nvPr>
        </p:nvSpPr>
        <p:spPr/>
        <p:txBody>
          <a:bodyPr/>
          <a:lstStyle/>
          <a:p>
            <a:r>
              <a:rPr lang="en-US" dirty="0"/>
              <a:t>Accessing Properties of Elements - Revision</a:t>
            </a:r>
          </a:p>
        </p:txBody>
      </p:sp>
      <p:sp>
        <p:nvSpPr>
          <p:cNvPr id="18435" name="Rectangle 6"/>
          <p:cNvSpPr>
            <a:spLocks noGrp="1" noChangeArrowheads="1"/>
          </p:cNvSpPr>
          <p:nvPr>
            <p:ph idx="1"/>
          </p:nvPr>
        </p:nvSpPr>
        <p:spPr/>
        <p:txBody>
          <a:bodyPr/>
          <a:lstStyle/>
          <a:p>
            <a:pPr marL="342900" indent="-342900">
              <a:buFont typeface="Arial" panose="020B0604020202020204" pitchFamily="34" charset="0"/>
              <a:buChar char="•"/>
            </a:pPr>
            <a:r>
              <a:rPr lang="en-GB" b="1" dirty="0" err="1">
                <a:latin typeface="Lucida Console" pitchFamily="49" charset="0"/>
              </a:rPr>
              <a:t>getElementById</a:t>
            </a:r>
            <a:r>
              <a:rPr lang="en-GB" b="1" dirty="0">
                <a:latin typeface="Lucida Console" pitchFamily="49" charset="0"/>
              </a:rPr>
              <a:t>(..) </a:t>
            </a:r>
            <a:r>
              <a:rPr lang="en-GB" b="1" dirty="0"/>
              <a:t>returns an Element object</a:t>
            </a:r>
          </a:p>
          <a:p>
            <a:pPr marL="684000" lvl="1" indent="-342000">
              <a:buSzPct val="115000"/>
              <a:buFont typeface="Arial" panose="020B0604020202020204" pitchFamily="34" charset="0"/>
              <a:buChar char="•"/>
            </a:pPr>
            <a:r>
              <a:rPr lang="en-GB" dirty="0">
                <a:latin typeface="+mn-lt"/>
                <a:ea typeface="Arial" charset="0"/>
                <a:cs typeface="Arial" charset="0"/>
              </a:rPr>
              <a:t>Objects in </a:t>
            </a:r>
            <a:r>
              <a:rPr lang="en-GB" dirty="0" err="1">
                <a:latin typeface="+mn-lt"/>
                <a:ea typeface="Arial" charset="0"/>
                <a:cs typeface="Arial" charset="0"/>
              </a:rPr>
              <a:t>Javascript</a:t>
            </a:r>
            <a:r>
              <a:rPr lang="en-GB" dirty="0">
                <a:latin typeface="+mn-lt"/>
                <a:ea typeface="Arial" charset="0"/>
                <a:cs typeface="Arial" charset="0"/>
              </a:rPr>
              <a:t> have properties and methods. See below</a:t>
            </a:r>
          </a:p>
          <a:p>
            <a:pPr marL="684000" lvl="1" indent="-342000">
              <a:buFont typeface="Arial" panose="020B0604020202020204" pitchFamily="34" charset="0"/>
              <a:buChar char="•"/>
            </a:pPr>
            <a:endParaRPr lang="en-GB" dirty="0">
              <a:latin typeface="Arial" charset="0"/>
              <a:ea typeface="Arial" charset="0"/>
              <a:cs typeface="Arial" charset="0"/>
            </a:endParaRPr>
          </a:p>
          <a:p>
            <a:pPr marL="684000" lvl="1" indent="-342000">
              <a:buFont typeface="Arial" panose="020B0604020202020204" pitchFamily="34" charset="0"/>
              <a:buChar char="•"/>
            </a:pPr>
            <a:endParaRPr lang="en-GB" dirty="0">
              <a:latin typeface="Arial" charset="0"/>
              <a:ea typeface="Arial" charset="0"/>
              <a:cs typeface="Arial" charset="0"/>
            </a:endParaRPr>
          </a:p>
          <a:p>
            <a:pPr marL="684000" lvl="1" indent="-342000">
              <a:buFont typeface="Arial" panose="020B0604020202020204" pitchFamily="34" charset="0"/>
              <a:buChar char="•"/>
            </a:pPr>
            <a:endParaRPr lang="en-GB" dirty="0">
              <a:latin typeface="Arial" charset="0"/>
              <a:ea typeface="Arial" charset="0"/>
              <a:cs typeface="Arial" charset="0"/>
            </a:endParaRPr>
          </a:p>
          <a:p>
            <a:pPr marL="684000" lvl="1" indent="-342000">
              <a:buFont typeface="Arial" panose="020B0604020202020204" pitchFamily="34" charset="0"/>
              <a:buChar char="•"/>
            </a:pPr>
            <a:endParaRPr lang="en-GB" dirty="0">
              <a:latin typeface="Arial" charset="0"/>
              <a:ea typeface="Arial" charset="0"/>
              <a:cs typeface="Arial" charset="0"/>
            </a:endParaRPr>
          </a:p>
          <a:p>
            <a:pPr marL="684000" lvl="1" indent="-342000">
              <a:buFont typeface="Arial" panose="020B0604020202020204" pitchFamily="34" charset="0"/>
              <a:buChar char="•"/>
            </a:pPr>
            <a:endParaRPr lang="en-GB" dirty="0">
              <a:latin typeface="Arial" charset="0"/>
              <a:ea typeface="Arial" charset="0"/>
              <a:cs typeface="Arial" charset="0"/>
            </a:endParaRPr>
          </a:p>
          <a:p>
            <a:pPr marL="684000" lvl="1" indent="-342000">
              <a:buFont typeface="Arial" panose="020B0604020202020204" pitchFamily="34" charset="0"/>
              <a:buChar char="•"/>
            </a:pPr>
            <a:endParaRPr lang="en-GB" dirty="0">
              <a:latin typeface="Arial" charset="0"/>
              <a:ea typeface="Arial" charset="0"/>
              <a:cs typeface="Arial" charset="0"/>
            </a:endParaRPr>
          </a:p>
          <a:p>
            <a:pPr marL="342000" lvl="1" indent="0">
              <a:buNone/>
            </a:pPr>
            <a:endParaRPr lang="en-GB" dirty="0">
              <a:latin typeface="Arial" charset="0"/>
              <a:ea typeface="Arial" charset="0"/>
              <a:cs typeface="Arial" charset="0"/>
            </a:endParaRPr>
          </a:p>
          <a:p>
            <a:pPr marL="684000" lvl="1" indent="-342000">
              <a:buSzPct val="115000"/>
              <a:buFont typeface="Arial" panose="020B0604020202020204" pitchFamily="34" charset="0"/>
              <a:buChar char="•"/>
            </a:pPr>
            <a:r>
              <a:rPr lang="en-GB" dirty="0">
                <a:latin typeface="+mn-lt"/>
                <a:ea typeface="Arial" charset="0"/>
                <a:cs typeface="Arial" charset="0"/>
              </a:rPr>
              <a:t>The</a:t>
            </a:r>
            <a:r>
              <a:rPr lang="en-GB" dirty="0">
                <a:latin typeface="Arial" charset="0"/>
                <a:ea typeface="Arial" charset="0"/>
                <a:cs typeface="Arial" charset="0"/>
              </a:rPr>
              <a:t> </a:t>
            </a:r>
            <a:r>
              <a:rPr lang="en-GB" b="1" dirty="0" err="1">
                <a:latin typeface="Lucida Console" charset="0"/>
                <a:ea typeface="Lucida Console" charset="0"/>
                <a:cs typeface="Lucida Console" charset="0"/>
              </a:rPr>
              <a:t>innerHTML</a:t>
            </a:r>
            <a:r>
              <a:rPr lang="en-GB" dirty="0">
                <a:latin typeface="Arial" charset="0"/>
                <a:ea typeface="Arial" charset="0"/>
                <a:cs typeface="Arial" charset="0"/>
              </a:rPr>
              <a:t> </a:t>
            </a:r>
            <a:r>
              <a:rPr lang="en-GB" dirty="0">
                <a:latin typeface="+mn-lt"/>
                <a:ea typeface="Arial" charset="0"/>
                <a:cs typeface="Arial" charset="0"/>
              </a:rPr>
              <a:t>property gets/sets the HTML within the element</a:t>
            </a:r>
          </a:p>
        </p:txBody>
      </p:sp>
      <p:sp>
        <p:nvSpPr>
          <p:cNvPr id="4" name="TextBox 3">
            <a:extLst>
              <a:ext uri="{FF2B5EF4-FFF2-40B4-BE49-F238E27FC236}">
                <a16:creationId xmlns:a16="http://schemas.microsoft.com/office/drawing/2014/main" id="{59248DC2-AC12-5660-A3A6-C4C067E6A4BA}"/>
              </a:ext>
            </a:extLst>
          </p:cNvPr>
          <p:cNvSpPr txBox="1"/>
          <p:nvPr/>
        </p:nvSpPr>
        <p:spPr>
          <a:xfrm>
            <a:off x="1146688" y="2551837"/>
            <a:ext cx="7215648" cy="1754326"/>
          </a:xfrm>
          <a:prstGeom prst="rect">
            <a:avLst/>
          </a:prstGeom>
          <a:solidFill>
            <a:schemeClr val="accent5">
              <a:lumMod val="20000"/>
              <a:lumOff val="80000"/>
            </a:schemeClr>
          </a:solidFill>
          <a:ln>
            <a:solidFill>
              <a:schemeClr val="bg1">
                <a:lumMod val="95000"/>
              </a:schemeClr>
            </a:solid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a:spAutoFit/>
          </a:bodyPr>
          <a:lstStyle/>
          <a:p>
            <a:r>
              <a:rPr lang="en-GB" sz="1800" b="1" dirty="0">
                <a:solidFill>
                  <a:srgbClr val="0000FF"/>
                </a:solidFill>
                <a:latin typeface="Consolas" panose="020B0609020204030204" pitchFamily="49" charset="0"/>
              </a:rPr>
              <a:t>&lt;</a:t>
            </a:r>
            <a:r>
              <a:rPr lang="en-GB" sz="1800" b="1" dirty="0">
                <a:solidFill>
                  <a:srgbClr val="800000"/>
                </a:solidFill>
                <a:latin typeface="Consolas" panose="020B0609020204030204" pitchFamily="49" charset="0"/>
              </a:rPr>
              <a:t>div</a:t>
            </a:r>
            <a:r>
              <a:rPr lang="en-GB" sz="1800" b="1" dirty="0">
                <a:solidFill>
                  <a:srgbClr val="000000"/>
                </a:solidFill>
                <a:latin typeface="Consolas" panose="020B0609020204030204" pitchFamily="49" charset="0"/>
              </a:rPr>
              <a:t> </a:t>
            </a:r>
            <a:r>
              <a:rPr lang="en-GB" sz="1800" b="1" dirty="0">
                <a:solidFill>
                  <a:srgbClr val="FF0000"/>
                </a:solidFill>
                <a:latin typeface="Consolas" panose="020B0609020204030204" pitchFamily="49" charset="0"/>
              </a:rPr>
              <a:t>id</a:t>
            </a:r>
            <a:r>
              <a:rPr lang="en-GB" sz="1800" b="1" dirty="0">
                <a:solidFill>
                  <a:srgbClr val="0000FF"/>
                </a:solidFill>
                <a:latin typeface="Consolas" panose="020B0609020204030204" pitchFamily="49" charset="0"/>
              </a:rPr>
              <a:t>="</a:t>
            </a:r>
            <a:r>
              <a:rPr lang="en-GB" b="1" dirty="0">
                <a:solidFill>
                  <a:srgbClr val="0000FF"/>
                </a:solidFill>
                <a:latin typeface="Consolas" panose="020B0609020204030204" pitchFamily="49" charset="0"/>
              </a:rPr>
              <a:t>greet</a:t>
            </a:r>
            <a:r>
              <a:rPr lang="en-GB" sz="1800" b="1" dirty="0">
                <a:solidFill>
                  <a:srgbClr val="0000FF"/>
                </a:solidFill>
                <a:latin typeface="Consolas" panose="020B0609020204030204" pitchFamily="49" charset="0"/>
              </a:rPr>
              <a:t>"&gt;</a:t>
            </a:r>
            <a:r>
              <a:rPr lang="en-GB" sz="1800" b="1" dirty="0">
                <a:solidFill>
                  <a:srgbClr val="000000"/>
                </a:solidFill>
                <a:latin typeface="Consolas" panose="020B0609020204030204" pitchFamily="49" charset="0"/>
              </a:rPr>
              <a:t>Hello world</a:t>
            </a:r>
            <a:r>
              <a:rPr lang="en-GB" sz="1800" b="1" dirty="0">
                <a:solidFill>
                  <a:srgbClr val="0000FF"/>
                </a:solidFill>
                <a:latin typeface="Consolas" panose="020B0609020204030204" pitchFamily="49" charset="0"/>
              </a:rPr>
              <a:t>&lt;/</a:t>
            </a:r>
            <a:r>
              <a:rPr lang="en-GB" sz="1800" b="1" dirty="0">
                <a:solidFill>
                  <a:srgbClr val="800000"/>
                </a:solidFill>
                <a:latin typeface="Consolas" panose="020B0609020204030204" pitchFamily="49" charset="0"/>
              </a:rPr>
              <a:t>div</a:t>
            </a:r>
            <a:r>
              <a:rPr lang="en-GB" sz="1800" b="1" dirty="0">
                <a:solidFill>
                  <a:srgbClr val="0000FF"/>
                </a:solidFill>
                <a:latin typeface="Consolas" panose="020B0609020204030204" pitchFamily="49" charset="0"/>
              </a:rPr>
              <a:t>&gt;</a:t>
            </a:r>
            <a:endParaRPr lang="en-GB" sz="1800" b="1" dirty="0">
              <a:solidFill>
                <a:srgbClr val="000000"/>
              </a:solidFill>
              <a:latin typeface="Consolas" panose="020B0609020204030204" pitchFamily="49" charset="0"/>
            </a:endParaRPr>
          </a:p>
          <a:p>
            <a:endParaRPr lang="en-GB" sz="1800" b="1" dirty="0">
              <a:solidFill>
                <a:srgbClr val="000000"/>
              </a:solidFill>
              <a:latin typeface="Consolas" panose="020B0609020204030204" pitchFamily="49" charset="0"/>
            </a:endParaRPr>
          </a:p>
          <a:p>
            <a:r>
              <a:rPr lang="en-GB" sz="1800" b="1" dirty="0">
                <a:solidFill>
                  <a:srgbClr val="0000FF"/>
                </a:solidFill>
                <a:latin typeface="Consolas" panose="020B0609020204030204" pitchFamily="49" charset="0"/>
              </a:rPr>
              <a:t>&lt;</a:t>
            </a:r>
            <a:r>
              <a:rPr lang="en-GB" sz="1800" b="1" dirty="0">
                <a:solidFill>
                  <a:srgbClr val="800000"/>
                </a:solidFill>
                <a:latin typeface="Consolas" panose="020B0609020204030204" pitchFamily="49" charset="0"/>
              </a:rPr>
              <a:t>script</a:t>
            </a:r>
            <a:r>
              <a:rPr lang="en-GB" sz="1800" b="1" dirty="0">
                <a:solidFill>
                  <a:srgbClr val="0000FF"/>
                </a:solidFill>
                <a:latin typeface="Consolas" panose="020B0609020204030204" pitchFamily="49" charset="0"/>
              </a:rPr>
              <a:t>&gt;</a:t>
            </a:r>
            <a:endParaRPr lang="en-GB" sz="1800" b="1" dirty="0">
              <a:solidFill>
                <a:srgbClr val="000000"/>
              </a:solidFill>
              <a:latin typeface="Consolas" panose="020B0609020204030204" pitchFamily="49" charset="0"/>
            </a:endParaRPr>
          </a:p>
          <a:p>
            <a:r>
              <a:rPr lang="en-GB" sz="1800" b="1" dirty="0">
                <a:solidFill>
                  <a:srgbClr val="0000FF"/>
                </a:solidFill>
                <a:latin typeface="Consolas" panose="020B0609020204030204" pitchFamily="49" charset="0"/>
              </a:rPr>
              <a:t>    let</a:t>
            </a:r>
            <a:r>
              <a:rPr lang="en-GB" sz="1800" b="1" dirty="0">
                <a:solidFill>
                  <a:srgbClr val="000000"/>
                </a:solidFill>
                <a:latin typeface="Consolas" panose="020B0609020204030204" pitchFamily="49" charset="0"/>
              </a:rPr>
              <a:t> div1 = </a:t>
            </a:r>
            <a:r>
              <a:rPr lang="en-GB" sz="1800" b="1" dirty="0" err="1">
                <a:solidFill>
                  <a:srgbClr val="000000"/>
                </a:solidFill>
                <a:latin typeface="Consolas" panose="020B0609020204030204" pitchFamily="49" charset="0"/>
              </a:rPr>
              <a:t>document.getElementById</a:t>
            </a:r>
            <a:r>
              <a:rPr lang="en-GB" sz="1800" b="1" dirty="0">
                <a:solidFill>
                  <a:srgbClr val="000000"/>
                </a:solidFill>
                <a:latin typeface="Consolas" panose="020B0609020204030204" pitchFamily="49" charset="0"/>
              </a:rPr>
              <a:t>(</a:t>
            </a:r>
            <a:r>
              <a:rPr lang="en-GB" sz="1800" b="1" dirty="0">
                <a:solidFill>
                  <a:srgbClr val="A31515"/>
                </a:solidFill>
                <a:latin typeface="Consolas" panose="020B0609020204030204" pitchFamily="49" charset="0"/>
              </a:rPr>
              <a:t>"</a:t>
            </a:r>
            <a:r>
              <a:rPr lang="en-GB" b="1" dirty="0">
                <a:solidFill>
                  <a:srgbClr val="0000FF"/>
                </a:solidFill>
                <a:latin typeface="Consolas" panose="020B0609020204030204" pitchFamily="49" charset="0"/>
              </a:rPr>
              <a:t>greet</a:t>
            </a:r>
            <a:r>
              <a:rPr lang="en-GB" sz="1800" b="1" dirty="0">
                <a:solidFill>
                  <a:srgbClr val="A31515"/>
                </a:solidFill>
                <a:latin typeface="Consolas" panose="020B0609020204030204" pitchFamily="49" charset="0"/>
              </a:rPr>
              <a:t>"</a:t>
            </a:r>
            <a:r>
              <a:rPr lang="en-GB" sz="1800" b="1" dirty="0">
                <a:solidFill>
                  <a:srgbClr val="000000"/>
                </a:solidFill>
                <a:latin typeface="Consolas" panose="020B0609020204030204" pitchFamily="49" charset="0"/>
              </a:rPr>
              <a:t>);</a:t>
            </a:r>
          </a:p>
          <a:p>
            <a:r>
              <a:rPr lang="en-GB" b="1" dirty="0">
                <a:solidFill>
                  <a:srgbClr val="000000"/>
                </a:solidFill>
                <a:latin typeface="Consolas" panose="020B0609020204030204" pitchFamily="49" charset="0"/>
              </a:rPr>
              <a:t>    </a:t>
            </a:r>
            <a:r>
              <a:rPr lang="en-GB" sz="1800" b="1" dirty="0">
                <a:solidFill>
                  <a:srgbClr val="000000"/>
                </a:solidFill>
                <a:latin typeface="Consolas" panose="020B0609020204030204" pitchFamily="49" charset="0"/>
              </a:rPr>
              <a:t>div1.innerHTML = </a:t>
            </a:r>
            <a:r>
              <a:rPr lang="en-GB" sz="1800" b="1" dirty="0">
                <a:solidFill>
                  <a:srgbClr val="A31515"/>
                </a:solidFill>
                <a:latin typeface="Consolas" panose="020B0609020204030204" pitchFamily="49" charset="0"/>
              </a:rPr>
              <a:t>"</a:t>
            </a:r>
            <a:r>
              <a:rPr lang="en-GB" sz="1800" b="1" dirty="0">
                <a:solidFill>
                  <a:srgbClr val="0070C0"/>
                </a:solidFill>
                <a:latin typeface="Consolas" panose="020B0609020204030204" pitchFamily="49" charset="0"/>
              </a:rPr>
              <a:t>&lt;h1&gt;</a:t>
            </a:r>
            <a:r>
              <a:rPr lang="en-GB" sz="1800" b="1" dirty="0">
                <a:solidFill>
                  <a:srgbClr val="A31515"/>
                </a:solidFill>
                <a:latin typeface="Consolas" panose="020B0609020204030204" pitchFamily="49" charset="0"/>
              </a:rPr>
              <a:t>QA Apprenticeships</a:t>
            </a:r>
            <a:r>
              <a:rPr lang="en-GB" sz="1800" b="1" dirty="0">
                <a:solidFill>
                  <a:srgbClr val="0070C0"/>
                </a:solidFill>
                <a:latin typeface="Consolas" panose="020B0609020204030204" pitchFamily="49" charset="0"/>
              </a:rPr>
              <a:t>&lt;/h1&gt;</a:t>
            </a:r>
            <a:r>
              <a:rPr lang="en-GB" sz="1800" b="1" dirty="0">
                <a:solidFill>
                  <a:srgbClr val="A31515"/>
                </a:solidFill>
                <a:latin typeface="Consolas" panose="020B0609020204030204" pitchFamily="49" charset="0"/>
              </a:rPr>
              <a:t>"</a:t>
            </a:r>
            <a:r>
              <a:rPr lang="en-GB" sz="1800" b="1" dirty="0">
                <a:solidFill>
                  <a:srgbClr val="000000"/>
                </a:solidFill>
                <a:latin typeface="Consolas" panose="020B0609020204030204" pitchFamily="49" charset="0"/>
              </a:rPr>
              <a:t>;</a:t>
            </a:r>
          </a:p>
          <a:p>
            <a:r>
              <a:rPr lang="en-GB" sz="1800" b="1" dirty="0">
                <a:solidFill>
                  <a:srgbClr val="0000FF"/>
                </a:solidFill>
                <a:latin typeface="Consolas" panose="020B0609020204030204" pitchFamily="49" charset="0"/>
              </a:rPr>
              <a:t>&lt;/</a:t>
            </a:r>
            <a:r>
              <a:rPr lang="en-GB" sz="1800" b="1" dirty="0">
                <a:solidFill>
                  <a:srgbClr val="800000"/>
                </a:solidFill>
                <a:latin typeface="Consolas" panose="020B0609020204030204" pitchFamily="49" charset="0"/>
              </a:rPr>
              <a:t>script</a:t>
            </a:r>
            <a:r>
              <a:rPr lang="en-GB" sz="1800" b="1" dirty="0">
                <a:solidFill>
                  <a:srgbClr val="0000FF"/>
                </a:solidFill>
                <a:latin typeface="Consolas" panose="020B0609020204030204" pitchFamily="49" charset="0"/>
              </a:rPr>
              <a:t>&gt;</a:t>
            </a:r>
            <a:endParaRPr lang="en-GB" sz="1800" b="1" dirty="0">
              <a:solidFill>
                <a:srgbClr val="000000"/>
              </a:solidFill>
              <a:latin typeface="Consolas" panose="020B0609020204030204" pitchFamily="49" charset="0"/>
            </a:endParaRPr>
          </a:p>
        </p:txBody>
      </p:sp>
    </p:spTree>
    <p:extLst>
      <p:ext uri="{BB962C8B-B14F-4D97-AF65-F5344CB8AC3E}">
        <p14:creationId xmlns:p14="http://schemas.microsoft.com/office/powerpoint/2010/main" val="6755602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5"/>
          <p:cNvSpPr>
            <a:spLocks noGrp="1" noChangeArrowheads="1"/>
          </p:cNvSpPr>
          <p:nvPr>
            <p:ph type="title"/>
          </p:nvPr>
        </p:nvSpPr>
        <p:spPr/>
        <p:txBody>
          <a:bodyPr/>
          <a:lstStyle/>
          <a:p>
            <a:r>
              <a:rPr lang="en-US" dirty="0"/>
              <a:t>Changing the style of an element</a:t>
            </a:r>
          </a:p>
        </p:txBody>
      </p:sp>
      <p:sp>
        <p:nvSpPr>
          <p:cNvPr id="18435" name="Rectangle 6"/>
          <p:cNvSpPr>
            <a:spLocks noGrp="1" noChangeArrowheads="1"/>
          </p:cNvSpPr>
          <p:nvPr>
            <p:ph idx="1"/>
          </p:nvPr>
        </p:nvSpPr>
        <p:spPr/>
        <p:txBody>
          <a:bodyPr/>
          <a:lstStyle/>
          <a:p>
            <a:pPr marL="684000" lvl="1" indent="-342000">
              <a:buFont typeface="Arial" panose="020B0604020202020204" pitchFamily="34" charset="0"/>
              <a:buChar char="•"/>
            </a:pPr>
            <a:endParaRPr lang="en-GB" dirty="0">
              <a:latin typeface="Arial" charset="0"/>
              <a:ea typeface="Arial" charset="0"/>
              <a:cs typeface="Arial" charset="0"/>
            </a:endParaRPr>
          </a:p>
          <a:p>
            <a:pPr marL="684000" lvl="1" indent="-342000">
              <a:buFont typeface="Arial" panose="020B0604020202020204" pitchFamily="34" charset="0"/>
              <a:buChar char="•"/>
            </a:pPr>
            <a:endParaRPr lang="en-GB" dirty="0">
              <a:latin typeface="Arial" charset="0"/>
              <a:ea typeface="Arial" charset="0"/>
              <a:cs typeface="Arial" charset="0"/>
            </a:endParaRPr>
          </a:p>
          <a:p>
            <a:pPr marL="684000" lvl="1" indent="-342000">
              <a:buFont typeface="Arial" panose="020B0604020202020204" pitchFamily="34" charset="0"/>
              <a:buChar char="•"/>
            </a:pPr>
            <a:endParaRPr lang="en-GB" dirty="0">
              <a:latin typeface="Arial" charset="0"/>
              <a:ea typeface="Arial" charset="0"/>
              <a:cs typeface="Arial" charset="0"/>
            </a:endParaRPr>
          </a:p>
          <a:p>
            <a:pPr marL="684000" lvl="1" indent="-342000">
              <a:buFont typeface="Arial" panose="020B0604020202020204" pitchFamily="34" charset="0"/>
              <a:buChar char="•"/>
            </a:pPr>
            <a:endParaRPr lang="en-GB" dirty="0">
              <a:latin typeface="Arial" charset="0"/>
              <a:ea typeface="Arial" charset="0"/>
              <a:cs typeface="Arial" charset="0"/>
            </a:endParaRPr>
          </a:p>
          <a:p>
            <a:pPr marL="684000" lvl="1" indent="-342000">
              <a:buFont typeface="Arial" panose="020B0604020202020204" pitchFamily="34" charset="0"/>
              <a:buChar char="•"/>
            </a:pPr>
            <a:endParaRPr lang="en-GB" dirty="0">
              <a:latin typeface="Arial" charset="0"/>
              <a:ea typeface="Arial" charset="0"/>
              <a:cs typeface="Arial" charset="0"/>
            </a:endParaRPr>
          </a:p>
          <a:p>
            <a:pPr marL="684000" lvl="1" indent="-342000">
              <a:buFont typeface="Arial" panose="020B0604020202020204" pitchFamily="34" charset="0"/>
              <a:buChar char="•"/>
            </a:pPr>
            <a:endParaRPr lang="en-GB" dirty="0">
              <a:latin typeface="Arial" charset="0"/>
              <a:ea typeface="Arial" charset="0"/>
              <a:cs typeface="Arial" charset="0"/>
            </a:endParaRPr>
          </a:p>
          <a:p>
            <a:pPr marL="684000" lvl="1" indent="-342000">
              <a:buFont typeface="Arial" panose="020B0604020202020204" pitchFamily="34" charset="0"/>
              <a:buChar char="•"/>
            </a:pPr>
            <a:endParaRPr lang="en-GB" dirty="0">
              <a:latin typeface="Arial" charset="0"/>
              <a:ea typeface="Arial" charset="0"/>
              <a:cs typeface="Arial" charset="0"/>
            </a:endParaRPr>
          </a:p>
          <a:p>
            <a:pPr marL="684000" lvl="1" indent="-342000">
              <a:buSzPct val="115000"/>
              <a:buFont typeface="Arial" panose="020B0604020202020204" pitchFamily="34" charset="0"/>
              <a:buChar char="•"/>
            </a:pPr>
            <a:r>
              <a:rPr lang="en-GB" dirty="0">
                <a:latin typeface="+mn-lt"/>
                <a:ea typeface="Arial" charset="0"/>
                <a:cs typeface="Arial" charset="0"/>
              </a:rPr>
              <a:t>The</a:t>
            </a:r>
            <a:r>
              <a:rPr lang="en-GB" dirty="0">
                <a:latin typeface="Arial" charset="0"/>
                <a:ea typeface="Arial" charset="0"/>
                <a:cs typeface="Arial" charset="0"/>
              </a:rPr>
              <a:t> </a:t>
            </a:r>
            <a:r>
              <a:rPr lang="en-GB" dirty="0" err="1">
                <a:latin typeface="Lucida Console" charset="0"/>
                <a:ea typeface="Lucida Console" charset="0"/>
                <a:cs typeface="Lucida Console" charset="0"/>
              </a:rPr>
              <a:t>innerHTML</a:t>
            </a:r>
            <a:r>
              <a:rPr lang="en-GB" dirty="0">
                <a:latin typeface="Arial" charset="0"/>
                <a:ea typeface="Arial" charset="0"/>
                <a:cs typeface="Arial" charset="0"/>
              </a:rPr>
              <a:t> </a:t>
            </a:r>
            <a:r>
              <a:rPr lang="en-GB" dirty="0">
                <a:latin typeface="+mn-lt"/>
                <a:ea typeface="Arial" charset="0"/>
                <a:cs typeface="Arial" charset="0"/>
              </a:rPr>
              <a:t>property gets/sets the HTML within the element</a:t>
            </a:r>
          </a:p>
          <a:p>
            <a:pPr marL="684000" lvl="1" indent="-342000">
              <a:buSzPct val="115000"/>
              <a:buFont typeface="Arial" panose="020B0604020202020204" pitchFamily="34" charset="0"/>
              <a:buChar char="•"/>
            </a:pPr>
            <a:r>
              <a:rPr lang="en-GB" dirty="0">
                <a:latin typeface="+mn-lt"/>
                <a:ea typeface="Arial" charset="0"/>
                <a:cs typeface="Arial" charset="0"/>
              </a:rPr>
              <a:t>The</a:t>
            </a:r>
            <a:r>
              <a:rPr lang="en-GB" dirty="0">
                <a:latin typeface="Arial" charset="0"/>
                <a:ea typeface="Arial" charset="0"/>
                <a:cs typeface="Arial" charset="0"/>
              </a:rPr>
              <a:t> </a:t>
            </a:r>
            <a:r>
              <a:rPr lang="en-GB" dirty="0" err="1">
                <a:latin typeface="Lucida Console" charset="0"/>
                <a:ea typeface="Lucida Console" charset="0"/>
                <a:cs typeface="Lucida Console" charset="0"/>
              </a:rPr>
              <a:t>className</a:t>
            </a:r>
            <a:r>
              <a:rPr lang="en-GB" dirty="0">
                <a:latin typeface="Arial" charset="0"/>
                <a:ea typeface="Arial" charset="0"/>
                <a:cs typeface="Arial" charset="0"/>
              </a:rPr>
              <a:t> </a:t>
            </a:r>
            <a:r>
              <a:rPr lang="en-GB" dirty="0">
                <a:latin typeface="+mn-lt"/>
                <a:ea typeface="Arial" charset="0"/>
                <a:cs typeface="Arial" charset="0"/>
              </a:rPr>
              <a:t>property lets you get/set the CSS style</a:t>
            </a:r>
          </a:p>
          <a:p>
            <a:pPr marL="684000" lvl="1" indent="-342000">
              <a:buSzPct val="115000"/>
              <a:buFont typeface="Arial" panose="020B0604020202020204" pitchFamily="34" charset="0"/>
              <a:buChar char="•"/>
            </a:pPr>
            <a:r>
              <a:rPr lang="en-GB" dirty="0">
                <a:latin typeface="+mn-lt"/>
                <a:ea typeface="Arial" charset="0"/>
                <a:cs typeface="Arial" charset="0"/>
              </a:rPr>
              <a:t>The</a:t>
            </a:r>
            <a:r>
              <a:rPr lang="en-GB" dirty="0">
                <a:latin typeface="Arial" charset="0"/>
                <a:ea typeface="Arial" charset="0"/>
                <a:cs typeface="Arial" charset="0"/>
              </a:rPr>
              <a:t> </a:t>
            </a:r>
            <a:r>
              <a:rPr lang="en-GB" dirty="0">
                <a:latin typeface="Lucida Console" charset="0"/>
                <a:ea typeface="Lucida Console" charset="0"/>
                <a:cs typeface="Lucida Console" charset="0"/>
              </a:rPr>
              <a:t>style</a:t>
            </a:r>
            <a:r>
              <a:rPr lang="en-GB" dirty="0">
                <a:latin typeface="Arial" charset="0"/>
                <a:ea typeface="Arial" charset="0"/>
                <a:cs typeface="Arial" charset="0"/>
              </a:rPr>
              <a:t> </a:t>
            </a:r>
            <a:r>
              <a:rPr lang="en-GB" dirty="0">
                <a:latin typeface="+mn-lt"/>
                <a:ea typeface="Arial" charset="0"/>
                <a:cs typeface="Arial" charset="0"/>
              </a:rPr>
              <a:t>property lets you set CSS attributes individually</a:t>
            </a:r>
          </a:p>
        </p:txBody>
      </p:sp>
      <p:sp>
        <p:nvSpPr>
          <p:cNvPr id="4" name="TextBox 3">
            <a:extLst>
              <a:ext uri="{FF2B5EF4-FFF2-40B4-BE49-F238E27FC236}">
                <a16:creationId xmlns:a16="http://schemas.microsoft.com/office/drawing/2014/main" id="{59248DC2-AC12-5660-A3A6-C4C067E6A4BA}"/>
              </a:ext>
            </a:extLst>
          </p:cNvPr>
          <p:cNvSpPr txBox="1"/>
          <p:nvPr/>
        </p:nvSpPr>
        <p:spPr>
          <a:xfrm>
            <a:off x="644863" y="1517054"/>
            <a:ext cx="7215648" cy="2031325"/>
          </a:xfrm>
          <a:prstGeom prst="rect">
            <a:avLst/>
          </a:prstGeom>
          <a:solidFill>
            <a:schemeClr val="accent5">
              <a:lumMod val="20000"/>
              <a:lumOff val="80000"/>
            </a:schemeClr>
          </a:solidFill>
          <a:ln>
            <a:solidFill>
              <a:schemeClr val="bg1">
                <a:lumMod val="95000"/>
              </a:schemeClr>
            </a:solid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a:spAutoFit/>
          </a:bodyPr>
          <a:lstStyle/>
          <a:p>
            <a:r>
              <a:rPr lang="en-GB" sz="1800" b="1" dirty="0">
                <a:solidFill>
                  <a:srgbClr val="0000FF"/>
                </a:solidFill>
                <a:latin typeface="Consolas" panose="020B0609020204030204" pitchFamily="49" charset="0"/>
              </a:rPr>
              <a:t>&lt;</a:t>
            </a:r>
            <a:r>
              <a:rPr lang="en-GB" sz="1800" b="1" dirty="0">
                <a:solidFill>
                  <a:srgbClr val="800000"/>
                </a:solidFill>
                <a:latin typeface="Consolas" panose="020B0609020204030204" pitchFamily="49" charset="0"/>
              </a:rPr>
              <a:t>div</a:t>
            </a:r>
            <a:r>
              <a:rPr lang="en-GB" sz="1800" b="1" dirty="0">
                <a:solidFill>
                  <a:srgbClr val="000000"/>
                </a:solidFill>
                <a:latin typeface="Consolas" panose="020B0609020204030204" pitchFamily="49" charset="0"/>
              </a:rPr>
              <a:t> </a:t>
            </a:r>
            <a:r>
              <a:rPr lang="en-GB" sz="1800" b="1" dirty="0">
                <a:solidFill>
                  <a:srgbClr val="FF0000"/>
                </a:solidFill>
                <a:latin typeface="Consolas" panose="020B0609020204030204" pitchFamily="49" charset="0"/>
              </a:rPr>
              <a:t>id</a:t>
            </a:r>
            <a:r>
              <a:rPr lang="en-GB" sz="1800" b="1" dirty="0">
                <a:solidFill>
                  <a:srgbClr val="0000FF"/>
                </a:solidFill>
                <a:latin typeface="Consolas" panose="020B0609020204030204" pitchFamily="49" charset="0"/>
              </a:rPr>
              <a:t>="</a:t>
            </a:r>
            <a:r>
              <a:rPr lang="en-GB" b="1" dirty="0">
                <a:solidFill>
                  <a:srgbClr val="0000FF"/>
                </a:solidFill>
                <a:latin typeface="Consolas" panose="020B0609020204030204" pitchFamily="49" charset="0"/>
              </a:rPr>
              <a:t>greet</a:t>
            </a:r>
            <a:r>
              <a:rPr lang="en-GB" sz="1800" b="1" dirty="0">
                <a:solidFill>
                  <a:srgbClr val="0000FF"/>
                </a:solidFill>
                <a:latin typeface="Consolas" panose="020B0609020204030204" pitchFamily="49" charset="0"/>
              </a:rPr>
              <a:t>"&gt;</a:t>
            </a:r>
            <a:r>
              <a:rPr lang="en-GB" sz="1800" b="1" dirty="0">
                <a:solidFill>
                  <a:srgbClr val="000000"/>
                </a:solidFill>
                <a:latin typeface="Consolas" panose="020B0609020204030204" pitchFamily="49" charset="0"/>
              </a:rPr>
              <a:t>Hello world</a:t>
            </a:r>
            <a:r>
              <a:rPr lang="en-GB" sz="1800" b="1" dirty="0">
                <a:solidFill>
                  <a:srgbClr val="0000FF"/>
                </a:solidFill>
                <a:latin typeface="Consolas" panose="020B0609020204030204" pitchFamily="49" charset="0"/>
              </a:rPr>
              <a:t>&lt;/</a:t>
            </a:r>
            <a:r>
              <a:rPr lang="en-GB" sz="1800" b="1" dirty="0">
                <a:solidFill>
                  <a:srgbClr val="800000"/>
                </a:solidFill>
                <a:latin typeface="Consolas" panose="020B0609020204030204" pitchFamily="49" charset="0"/>
              </a:rPr>
              <a:t>div</a:t>
            </a:r>
            <a:r>
              <a:rPr lang="en-GB" sz="1800" b="1" dirty="0">
                <a:solidFill>
                  <a:srgbClr val="0000FF"/>
                </a:solidFill>
                <a:latin typeface="Consolas" panose="020B0609020204030204" pitchFamily="49" charset="0"/>
              </a:rPr>
              <a:t>&gt;</a:t>
            </a:r>
            <a:endParaRPr lang="en-GB" sz="1800" b="1" dirty="0">
              <a:solidFill>
                <a:srgbClr val="000000"/>
              </a:solidFill>
              <a:latin typeface="Consolas" panose="020B0609020204030204" pitchFamily="49" charset="0"/>
            </a:endParaRPr>
          </a:p>
          <a:p>
            <a:endParaRPr lang="en-GB" sz="1800" b="1" dirty="0">
              <a:solidFill>
                <a:srgbClr val="000000"/>
              </a:solidFill>
              <a:latin typeface="Consolas" panose="020B0609020204030204" pitchFamily="49" charset="0"/>
            </a:endParaRPr>
          </a:p>
          <a:p>
            <a:r>
              <a:rPr lang="en-GB" sz="1800" b="1" dirty="0">
                <a:solidFill>
                  <a:srgbClr val="0000FF"/>
                </a:solidFill>
                <a:latin typeface="Consolas" panose="020B0609020204030204" pitchFamily="49" charset="0"/>
              </a:rPr>
              <a:t>&lt;</a:t>
            </a:r>
            <a:r>
              <a:rPr lang="en-GB" sz="1800" b="1" dirty="0">
                <a:solidFill>
                  <a:srgbClr val="800000"/>
                </a:solidFill>
                <a:latin typeface="Consolas" panose="020B0609020204030204" pitchFamily="49" charset="0"/>
              </a:rPr>
              <a:t>script</a:t>
            </a:r>
            <a:r>
              <a:rPr lang="en-GB" sz="1800" b="1" dirty="0">
                <a:solidFill>
                  <a:srgbClr val="0000FF"/>
                </a:solidFill>
                <a:latin typeface="Consolas" panose="020B0609020204030204" pitchFamily="49" charset="0"/>
              </a:rPr>
              <a:t>&gt;</a:t>
            </a:r>
            <a:endParaRPr lang="en-GB" sz="1800" b="1" dirty="0">
              <a:solidFill>
                <a:srgbClr val="000000"/>
              </a:solidFill>
              <a:latin typeface="Consolas" panose="020B0609020204030204" pitchFamily="49" charset="0"/>
            </a:endParaRPr>
          </a:p>
          <a:p>
            <a:r>
              <a:rPr lang="en-GB" sz="1800" b="1" dirty="0">
                <a:solidFill>
                  <a:srgbClr val="0000FF"/>
                </a:solidFill>
                <a:latin typeface="Consolas" panose="020B0609020204030204" pitchFamily="49" charset="0"/>
              </a:rPr>
              <a:t>    let</a:t>
            </a:r>
            <a:r>
              <a:rPr lang="en-GB" sz="1800" b="1" dirty="0">
                <a:solidFill>
                  <a:srgbClr val="000000"/>
                </a:solidFill>
                <a:latin typeface="Consolas" panose="020B0609020204030204" pitchFamily="49" charset="0"/>
              </a:rPr>
              <a:t> div1 = </a:t>
            </a:r>
            <a:r>
              <a:rPr lang="en-GB" sz="1800" b="1" dirty="0" err="1">
                <a:solidFill>
                  <a:srgbClr val="000000"/>
                </a:solidFill>
                <a:latin typeface="Consolas" panose="020B0609020204030204" pitchFamily="49" charset="0"/>
              </a:rPr>
              <a:t>document.getElementById</a:t>
            </a:r>
            <a:r>
              <a:rPr lang="en-GB" sz="1800" b="1" dirty="0">
                <a:solidFill>
                  <a:srgbClr val="000000"/>
                </a:solidFill>
                <a:latin typeface="Consolas" panose="020B0609020204030204" pitchFamily="49" charset="0"/>
              </a:rPr>
              <a:t>(</a:t>
            </a:r>
            <a:r>
              <a:rPr lang="en-GB" sz="1800" b="1" dirty="0">
                <a:solidFill>
                  <a:srgbClr val="A31515"/>
                </a:solidFill>
                <a:latin typeface="Consolas" panose="020B0609020204030204" pitchFamily="49" charset="0"/>
              </a:rPr>
              <a:t>"</a:t>
            </a:r>
            <a:r>
              <a:rPr lang="en-GB" b="1" dirty="0">
                <a:solidFill>
                  <a:srgbClr val="0000FF"/>
                </a:solidFill>
                <a:latin typeface="Consolas" panose="020B0609020204030204" pitchFamily="49" charset="0"/>
              </a:rPr>
              <a:t>greet</a:t>
            </a:r>
            <a:r>
              <a:rPr lang="en-GB" sz="1800" b="1" dirty="0">
                <a:solidFill>
                  <a:srgbClr val="A31515"/>
                </a:solidFill>
                <a:latin typeface="Consolas" panose="020B0609020204030204" pitchFamily="49" charset="0"/>
              </a:rPr>
              <a:t>"</a:t>
            </a:r>
            <a:r>
              <a:rPr lang="en-GB" sz="1800" b="1" dirty="0">
                <a:solidFill>
                  <a:srgbClr val="000000"/>
                </a:solidFill>
                <a:latin typeface="Consolas" panose="020B0609020204030204" pitchFamily="49" charset="0"/>
              </a:rPr>
              <a:t>);</a:t>
            </a:r>
          </a:p>
          <a:p>
            <a:r>
              <a:rPr lang="en-GB" b="1" dirty="0">
                <a:solidFill>
                  <a:srgbClr val="000000"/>
                </a:solidFill>
                <a:latin typeface="Consolas" panose="020B0609020204030204" pitchFamily="49" charset="0"/>
              </a:rPr>
              <a:t>    </a:t>
            </a:r>
            <a:r>
              <a:rPr lang="en-GB" sz="1800" b="1" dirty="0">
                <a:solidFill>
                  <a:srgbClr val="000000"/>
                </a:solidFill>
                <a:latin typeface="Consolas" panose="020B0609020204030204" pitchFamily="49" charset="0"/>
              </a:rPr>
              <a:t>div1.className = </a:t>
            </a:r>
            <a:r>
              <a:rPr lang="en-GB" sz="1800" b="1" dirty="0">
                <a:solidFill>
                  <a:srgbClr val="A31515"/>
                </a:solidFill>
                <a:latin typeface="Consolas" panose="020B0609020204030204" pitchFamily="49" charset="0"/>
              </a:rPr>
              <a:t>"</a:t>
            </a:r>
            <a:r>
              <a:rPr lang="en-GB" sz="1800" b="1" dirty="0" err="1">
                <a:solidFill>
                  <a:srgbClr val="A31515"/>
                </a:solidFill>
                <a:latin typeface="Consolas" panose="020B0609020204030204" pitchFamily="49" charset="0"/>
              </a:rPr>
              <a:t>redBorder</a:t>
            </a:r>
            <a:r>
              <a:rPr lang="en-GB" sz="1800" b="1" dirty="0">
                <a:solidFill>
                  <a:srgbClr val="A31515"/>
                </a:solidFill>
                <a:latin typeface="Consolas" panose="020B0609020204030204" pitchFamily="49" charset="0"/>
              </a:rPr>
              <a:t>"</a:t>
            </a:r>
            <a:r>
              <a:rPr lang="en-GB" sz="1800" b="1" dirty="0">
                <a:solidFill>
                  <a:srgbClr val="000000"/>
                </a:solidFill>
                <a:latin typeface="Consolas" panose="020B0609020204030204" pitchFamily="49" charset="0"/>
              </a:rPr>
              <a:t>;</a:t>
            </a:r>
          </a:p>
          <a:p>
            <a:r>
              <a:rPr lang="en-GB" sz="1800" b="1" dirty="0">
                <a:solidFill>
                  <a:srgbClr val="000000"/>
                </a:solidFill>
                <a:latin typeface="Consolas" panose="020B0609020204030204" pitchFamily="49" charset="0"/>
              </a:rPr>
              <a:t>    div1.style.backgroundColor = </a:t>
            </a:r>
            <a:r>
              <a:rPr lang="en-GB" sz="1800" b="1" dirty="0">
                <a:solidFill>
                  <a:srgbClr val="A31515"/>
                </a:solidFill>
                <a:latin typeface="Consolas" panose="020B0609020204030204" pitchFamily="49" charset="0"/>
              </a:rPr>
              <a:t>"yellow"</a:t>
            </a:r>
            <a:r>
              <a:rPr lang="en-GB" sz="1800" b="1" dirty="0">
                <a:solidFill>
                  <a:srgbClr val="000000"/>
                </a:solidFill>
                <a:latin typeface="Consolas" panose="020B0609020204030204" pitchFamily="49" charset="0"/>
              </a:rPr>
              <a:t>;</a:t>
            </a:r>
          </a:p>
          <a:p>
            <a:r>
              <a:rPr lang="en-GB" sz="1800" b="1" dirty="0">
                <a:solidFill>
                  <a:srgbClr val="0000FF"/>
                </a:solidFill>
                <a:latin typeface="Consolas" panose="020B0609020204030204" pitchFamily="49" charset="0"/>
              </a:rPr>
              <a:t>&lt;/</a:t>
            </a:r>
            <a:r>
              <a:rPr lang="en-GB" sz="1800" b="1" dirty="0">
                <a:solidFill>
                  <a:srgbClr val="800000"/>
                </a:solidFill>
                <a:latin typeface="Consolas" panose="020B0609020204030204" pitchFamily="49" charset="0"/>
              </a:rPr>
              <a:t>script</a:t>
            </a:r>
            <a:r>
              <a:rPr lang="en-GB" sz="1800" b="1" dirty="0">
                <a:solidFill>
                  <a:srgbClr val="0000FF"/>
                </a:solidFill>
                <a:latin typeface="Consolas" panose="020B0609020204030204" pitchFamily="49" charset="0"/>
              </a:rPr>
              <a:t>&gt;</a:t>
            </a:r>
            <a:endParaRPr lang="en-GB" sz="1800" b="1" dirty="0">
              <a:solidFill>
                <a:srgbClr val="000000"/>
              </a:solidFill>
              <a:latin typeface="Consolas" panose="020B0609020204030204" pitchFamily="49" charset="0"/>
            </a:endParaRPr>
          </a:p>
        </p:txBody>
      </p:sp>
      <p:sp>
        <p:nvSpPr>
          <p:cNvPr id="3" name="TextBox 2">
            <a:extLst>
              <a:ext uri="{FF2B5EF4-FFF2-40B4-BE49-F238E27FC236}">
                <a16:creationId xmlns:a16="http://schemas.microsoft.com/office/drawing/2014/main" id="{08F27F98-9930-69AF-5242-87E30D55BEB1}"/>
              </a:ext>
            </a:extLst>
          </p:cNvPr>
          <p:cNvSpPr txBox="1"/>
          <p:nvPr/>
        </p:nvSpPr>
        <p:spPr>
          <a:xfrm>
            <a:off x="8164102" y="1517054"/>
            <a:ext cx="3672115" cy="1323439"/>
          </a:xfrm>
          <a:prstGeom prst="rect">
            <a:avLst/>
          </a:prstGeom>
          <a:solidFill>
            <a:schemeClr val="tx1">
              <a:lumMod val="10000"/>
              <a:lumOff val="90000"/>
            </a:schemeClr>
          </a:solidFill>
          <a:ln>
            <a:solidFill>
              <a:schemeClr val="bg1">
                <a:lumMod val="95000"/>
              </a:schemeClr>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a:spAutoFit/>
          </a:bodyPr>
          <a:lstStyle/>
          <a:p>
            <a:r>
              <a:rPr lang="en-GB" sz="1600" b="1" dirty="0">
                <a:solidFill>
                  <a:srgbClr val="0000FF"/>
                </a:solidFill>
                <a:latin typeface="Consolas" panose="020B0609020204030204" pitchFamily="49" charset="0"/>
              </a:rPr>
              <a:t>&lt;</a:t>
            </a:r>
            <a:r>
              <a:rPr lang="en-GB" sz="1600" b="1" dirty="0">
                <a:solidFill>
                  <a:srgbClr val="800000"/>
                </a:solidFill>
                <a:latin typeface="Consolas" panose="020B0609020204030204" pitchFamily="49" charset="0"/>
              </a:rPr>
              <a:t>style</a:t>
            </a:r>
            <a:r>
              <a:rPr lang="en-GB" sz="1600" b="1" dirty="0">
                <a:solidFill>
                  <a:srgbClr val="0000FF"/>
                </a:solidFill>
                <a:latin typeface="Consolas" panose="020B0609020204030204" pitchFamily="49" charset="0"/>
              </a:rPr>
              <a:t>&gt;</a:t>
            </a:r>
            <a:endParaRPr lang="en-GB" sz="1600" b="1" dirty="0">
              <a:solidFill>
                <a:srgbClr val="000000"/>
              </a:solidFill>
              <a:latin typeface="Consolas" panose="020B0609020204030204" pitchFamily="49" charset="0"/>
            </a:endParaRPr>
          </a:p>
          <a:p>
            <a:r>
              <a:rPr lang="en-GB" sz="1600" b="1" dirty="0">
                <a:solidFill>
                  <a:srgbClr val="000000"/>
                </a:solidFill>
                <a:latin typeface="Consolas" panose="020B0609020204030204" pitchFamily="49" charset="0"/>
              </a:rPr>
              <a:t>    </a:t>
            </a:r>
            <a:r>
              <a:rPr lang="en-GB" sz="1600" b="1" dirty="0">
                <a:solidFill>
                  <a:srgbClr val="800000"/>
                </a:solidFill>
                <a:latin typeface="Consolas" panose="020B0609020204030204" pitchFamily="49" charset="0"/>
              </a:rPr>
              <a:t>.</a:t>
            </a:r>
            <a:r>
              <a:rPr lang="en-GB" sz="1600" b="1" dirty="0" err="1">
                <a:solidFill>
                  <a:srgbClr val="A31515"/>
                </a:solidFill>
                <a:latin typeface="Consolas" panose="020B0609020204030204" pitchFamily="49" charset="0"/>
              </a:rPr>
              <a:t>redBorder</a:t>
            </a:r>
            <a:r>
              <a:rPr lang="en-GB" sz="1600" b="1" dirty="0">
                <a:solidFill>
                  <a:srgbClr val="000000"/>
                </a:solidFill>
                <a:latin typeface="Consolas" panose="020B0609020204030204" pitchFamily="49" charset="0"/>
              </a:rPr>
              <a:t> {</a:t>
            </a:r>
          </a:p>
          <a:p>
            <a:r>
              <a:rPr lang="en-GB" sz="1600" b="1" dirty="0">
                <a:solidFill>
                  <a:srgbClr val="000000"/>
                </a:solidFill>
                <a:latin typeface="Consolas" panose="020B0609020204030204" pitchFamily="49" charset="0"/>
              </a:rPr>
              <a:t>        </a:t>
            </a:r>
            <a:r>
              <a:rPr lang="en-GB" sz="1600" b="1" dirty="0">
                <a:solidFill>
                  <a:srgbClr val="FF0000"/>
                </a:solidFill>
                <a:latin typeface="Consolas" panose="020B0609020204030204" pitchFamily="49" charset="0"/>
              </a:rPr>
              <a:t>border</a:t>
            </a:r>
            <a:r>
              <a:rPr lang="en-GB" sz="1600" b="1" dirty="0">
                <a:solidFill>
                  <a:srgbClr val="000000"/>
                </a:solidFill>
                <a:latin typeface="Consolas" panose="020B0609020204030204" pitchFamily="49" charset="0"/>
              </a:rPr>
              <a:t>: </a:t>
            </a:r>
            <a:r>
              <a:rPr lang="en-GB" sz="1600" b="1" dirty="0">
                <a:solidFill>
                  <a:srgbClr val="0000FF"/>
                </a:solidFill>
                <a:latin typeface="Consolas" panose="020B0609020204030204" pitchFamily="49" charset="0"/>
              </a:rPr>
              <a:t>3px</a:t>
            </a:r>
            <a:r>
              <a:rPr lang="en-GB" sz="1600" b="1" dirty="0">
                <a:solidFill>
                  <a:srgbClr val="000000"/>
                </a:solidFill>
                <a:latin typeface="Consolas" panose="020B0609020204030204" pitchFamily="49" charset="0"/>
              </a:rPr>
              <a:t> </a:t>
            </a:r>
            <a:r>
              <a:rPr lang="en-GB" sz="1600" b="1" dirty="0">
                <a:solidFill>
                  <a:srgbClr val="0000FF"/>
                </a:solidFill>
                <a:latin typeface="Consolas" panose="020B0609020204030204" pitchFamily="49" charset="0"/>
              </a:rPr>
              <a:t>solid</a:t>
            </a:r>
            <a:r>
              <a:rPr lang="en-GB" sz="1600" b="1" dirty="0">
                <a:solidFill>
                  <a:srgbClr val="000000"/>
                </a:solidFill>
                <a:latin typeface="Consolas" panose="020B0609020204030204" pitchFamily="49" charset="0"/>
              </a:rPr>
              <a:t> </a:t>
            </a:r>
            <a:r>
              <a:rPr lang="en-GB" sz="1600" b="1" dirty="0">
                <a:solidFill>
                  <a:srgbClr val="0000FF"/>
                </a:solidFill>
                <a:latin typeface="Consolas" panose="020B0609020204030204" pitchFamily="49" charset="0"/>
              </a:rPr>
              <a:t>red</a:t>
            </a:r>
            <a:r>
              <a:rPr lang="en-GB" sz="1600" b="1" dirty="0">
                <a:solidFill>
                  <a:srgbClr val="000000"/>
                </a:solidFill>
                <a:latin typeface="Consolas" panose="020B0609020204030204" pitchFamily="49" charset="0"/>
              </a:rPr>
              <a:t>;</a:t>
            </a:r>
          </a:p>
          <a:p>
            <a:r>
              <a:rPr lang="en-GB" sz="1600" b="1" dirty="0">
                <a:solidFill>
                  <a:srgbClr val="000000"/>
                </a:solidFill>
                <a:latin typeface="Consolas" panose="020B0609020204030204" pitchFamily="49" charset="0"/>
              </a:rPr>
              <a:t>    }</a:t>
            </a:r>
          </a:p>
          <a:p>
            <a:r>
              <a:rPr lang="en-GB" sz="1600" b="1" dirty="0">
                <a:solidFill>
                  <a:srgbClr val="0000FF"/>
                </a:solidFill>
                <a:latin typeface="Consolas" panose="020B0609020204030204" pitchFamily="49" charset="0"/>
              </a:rPr>
              <a:t>&lt;/</a:t>
            </a:r>
            <a:r>
              <a:rPr lang="en-GB" sz="1600" b="1" dirty="0">
                <a:solidFill>
                  <a:srgbClr val="800000"/>
                </a:solidFill>
                <a:latin typeface="Consolas" panose="020B0609020204030204" pitchFamily="49" charset="0"/>
              </a:rPr>
              <a:t>style</a:t>
            </a:r>
            <a:r>
              <a:rPr lang="en-GB" sz="1600" b="1" dirty="0">
                <a:solidFill>
                  <a:srgbClr val="0000FF"/>
                </a:solidFill>
                <a:latin typeface="Consolas" panose="020B0609020204030204" pitchFamily="49" charset="0"/>
              </a:rPr>
              <a:t>&gt;</a:t>
            </a:r>
            <a:endParaRPr lang="en-GB" sz="1600" b="1" dirty="0"/>
          </a:p>
        </p:txBody>
      </p:sp>
    </p:spTree>
    <p:extLst>
      <p:ext uri="{BB962C8B-B14F-4D97-AF65-F5344CB8AC3E}">
        <p14:creationId xmlns:p14="http://schemas.microsoft.com/office/powerpoint/2010/main" val="17848947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5"/>
          <p:cNvSpPr>
            <a:spLocks noGrp="1" noChangeArrowheads="1"/>
          </p:cNvSpPr>
          <p:nvPr>
            <p:ph type="title"/>
          </p:nvPr>
        </p:nvSpPr>
        <p:spPr/>
        <p:txBody>
          <a:bodyPr/>
          <a:lstStyle/>
          <a:p>
            <a:r>
              <a:rPr lang="en-US" dirty="0"/>
              <a:t>Changing multiple styles of an element</a:t>
            </a:r>
          </a:p>
        </p:txBody>
      </p:sp>
      <p:sp>
        <p:nvSpPr>
          <p:cNvPr id="18435" name="Rectangle 6"/>
          <p:cNvSpPr>
            <a:spLocks noGrp="1" noChangeArrowheads="1"/>
          </p:cNvSpPr>
          <p:nvPr>
            <p:ph idx="1"/>
          </p:nvPr>
        </p:nvSpPr>
        <p:spPr/>
        <p:txBody>
          <a:bodyPr/>
          <a:lstStyle/>
          <a:p>
            <a:pPr marL="684000" lvl="1" indent="-342000">
              <a:buFont typeface="Arial" panose="020B0604020202020204" pitchFamily="34" charset="0"/>
              <a:buChar char="•"/>
            </a:pPr>
            <a:endParaRPr lang="en-GB" dirty="0">
              <a:latin typeface="Arial" charset="0"/>
              <a:ea typeface="Arial" charset="0"/>
              <a:cs typeface="Arial" charset="0"/>
            </a:endParaRPr>
          </a:p>
          <a:p>
            <a:pPr marL="684000" lvl="1" indent="-342000">
              <a:buFont typeface="Arial" panose="020B0604020202020204" pitchFamily="34" charset="0"/>
              <a:buChar char="•"/>
            </a:pPr>
            <a:endParaRPr lang="en-GB" dirty="0">
              <a:latin typeface="Arial" charset="0"/>
              <a:ea typeface="Arial" charset="0"/>
              <a:cs typeface="Arial" charset="0"/>
            </a:endParaRPr>
          </a:p>
          <a:p>
            <a:pPr marL="684000" lvl="1" indent="-342000">
              <a:buFont typeface="Arial" panose="020B0604020202020204" pitchFamily="34" charset="0"/>
              <a:buChar char="•"/>
            </a:pPr>
            <a:endParaRPr lang="en-GB" dirty="0">
              <a:latin typeface="Arial" charset="0"/>
              <a:ea typeface="Arial" charset="0"/>
              <a:cs typeface="Arial" charset="0"/>
            </a:endParaRPr>
          </a:p>
          <a:p>
            <a:pPr marL="684000" lvl="1" indent="-342000">
              <a:buFont typeface="Arial" panose="020B0604020202020204" pitchFamily="34" charset="0"/>
              <a:buChar char="•"/>
            </a:pPr>
            <a:endParaRPr lang="en-GB" dirty="0">
              <a:latin typeface="Arial" charset="0"/>
              <a:ea typeface="Arial" charset="0"/>
              <a:cs typeface="Arial" charset="0"/>
            </a:endParaRPr>
          </a:p>
          <a:p>
            <a:pPr marL="684000" lvl="1" indent="-342000">
              <a:buFont typeface="Arial" panose="020B0604020202020204" pitchFamily="34" charset="0"/>
              <a:buChar char="•"/>
            </a:pPr>
            <a:endParaRPr lang="en-GB" dirty="0">
              <a:latin typeface="Arial" charset="0"/>
              <a:ea typeface="Arial" charset="0"/>
              <a:cs typeface="Arial" charset="0"/>
            </a:endParaRPr>
          </a:p>
          <a:p>
            <a:pPr marL="684000" lvl="1" indent="-342000">
              <a:buFont typeface="Arial" panose="020B0604020202020204" pitchFamily="34" charset="0"/>
              <a:buChar char="•"/>
            </a:pPr>
            <a:endParaRPr lang="en-GB" dirty="0">
              <a:latin typeface="Arial" charset="0"/>
              <a:ea typeface="Arial" charset="0"/>
              <a:cs typeface="Arial" charset="0"/>
            </a:endParaRPr>
          </a:p>
          <a:p>
            <a:pPr marL="684000" lvl="1" indent="-342000">
              <a:buFont typeface="Arial" panose="020B0604020202020204" pitchFamily="34" charset="0"/>
              <a:buChar char="•"/>
            </a:pPr>
            <a:endParaRPr lang="en-GB" dirty="0">
              <a:latin typeface="Arial" charset="0"/>
              <a:ea typeface="Arial" charset="0"/>
              <a:cs typeface="Arial" charset="0"/>
            </a:endParaRPr>
          </a:p>
          <a:p>
            <a:pPr marL="684000" lvl="1" indent="-342000">
              <a:buFont typeface="Arial" panose="020B0604020202020204" pitchFamily="34" charset="0"/>
              <a:buChar char="•"/>
            </a:pPr>
            <a:endParaRPr lang="en-GB" dirty="0">
              <a:latin typeface="Arial" charset="0"/>
              <a:ea typeface="Arial" charset="0"/>
              <a:cs typeface="Arial" charset="0"/>
            </a:endParaRPr>
          </a:p>
          <a:p>
            <a:pPr marL="684000" lvl="1" indent="-342000">
              <a:buSzPct val="115000"/>
              <a:buFont typeface="Arial" panose="020B0604020202020204" pitchFamily="34" charset="0"/>
              <a:buChar char="•"/>
            </a:pPr>
            <a:r>
              <a:rPr lang="en-GB" dirty="0">
                <a:latin typeface="+mn-lt"/>
                <a:ea typeface="Arial" charset="0"/>
                <a:cs typeface="Arial" charset="0"/>
              </a:rPr>
              <a:t>The</a:t>
            </a:r>
            <a:r>
              <a:rPr lang="en-GB" dirty="0">
                <a:latin typeface="Arial" charset="0"/>
                <a:ea typeface="Arial" charset="0"/>
                <a:cs typeface="Arial" charset="0"/>
              </a:rPr>
              <a:t> </a:t>
            </a:r>
            <a:r>
              <a:rPr lang="en-GB" dirty="0" err="1">
                <a:latin typeface="Lucida Console" charset="0"/>
                <a:ea typeface="Lucida Console" charset="0"/>
                <a:cs typeface="Lucida Console" charset="0"/>
              </a:rPr>
              <a:t>className</a:t>
            </a:r>
            <a:r>
              <a:rPr lang="en-GB" dirty="0">
                <a:latin typeface="Arial" charset="0"/>
                <a:ea typeface="Arial" charset="0"/>
                <a:cs typeface="Arial" charset="0"/>
              </a:rPr>
              <a:t> can only set a single class and it will overwrite previous classes!</a:t>
            </a:r>
            <a:endParaRPr lang="en-GB" dirty="0">
              <a:latin typeface="+mn-lt"/>
              <a:ea typeface="Arial" charset="0"/>
              <a:cs typeface="Arial" charset="0"/>
            </a:endParaRPr>
          </a:p>
          <a:p>
            <a:pPr marL="684000" lvl="1" indent="-342000">
              <a:buSzPct val="115000"/>
              <a:buFont typeface="Arial" panose="020B0604020202020204" pitchFamily="34" charset="0"/>
              <a:buChar char="•"/>
            </a:pPr>
            <a:r>
              <a:rPr lang="en-GB" b="1" dirty="0" err="1">
                <a:latin typeface="+mn-lt"/>
                <a:ea typeface="Arial" charset="0"/>
                <a:cs typeface="Arial" charset="0"/>
              </a:rPr>
              <a:t>classList</a:t>
            </a:r>
            <a:r>
              <a:rPr lang="en-GB" dirty="0">
                <a:latin typeface="+mn-lt"/>
                <a:ea typeface="Arial" charset="0"/>
                <a:cs typeface="Arial" charset="0"/>
              </a:rPr>
              <a:t> enables you to apply multiple styles by using code</a:t>
            </a:r>
          </a:p>
        </p:txBody>
      </p:sp>
      <p:sp>
        <p:nvSpPr>
          <p:cNvPr id="4" name="TextBox 3">
            <a:extLst>
              <a:ext uri="{FF2B5EF4-FFF2-40B4-BE49-F238E27FC236}">
                <a16:creationId xmlns:a16="http://schemas.microsoft.com/office/drawing/2014/main" id="{59248DC2-AC12-5660-A3A6-C4C067E6A4BA}"/>
              </a:ext>
            </a:extLst>
          </p:cNvPr>
          <p:cNvSpPr txBox="1"/>
          <p:nvPr/>
        </p:nvSpPr>
        <p:spPr>
          <a:xfrm>
            <a:off x="586807" y="1517054"/>
            <a:ext cx="7215648" cy="2031325"/>
          </a:xfrm>
          <a:prstGeom prst="rect">
            <a:avLst/>
          </a:prstGeom>
          <a:solidFill>
            <a:schemeClr val="accent5">
              <a:lumMod val="20000"/>
              <a:lumOff val="80000"/>
            </a:schemeClr>
          </a:solidFill>
          <a:ln>
            <a:solidFill>
              <a:schemeClr val="bg1">
                <a:lumMod val="95000"/>
              </a:schemeClr>
            </a:solid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a:spAutoFit/>
          </a:bodyPr>
          <a:lstStyle/>
          <a:p>
            <a:r>
              <a:rPr lang="en-GB" sz="1800" b="1" dirty="0">
                <a:solidFill>
                  <a:srgbClr val="0000FF"/>
                </a:solidFill>
                <a:latin typeface="Consolas" panose="020B0609020204030204" pitchFamily="49" charset="0"/>
              </a:rPr>
              <a:t>&lt;</a:t>
            </a:r>
            <a:r>
              <a:rPr lang="en-GB" sz="1800" b="1" dirty="0">
                <a:solidFill>
                  <a:srgbClr val="800000"/>
                </a:solidFill>
                <a:latin typeface="Consolas" panose="020B0609020204030204" pitchFamily="49" charset="0"/>
              </a:rPr>
              <a:t>div</a:t>
            </a:r>
            <a:r>
              <a:rPr lang="en-GB" sz="1800" b="1" dirty="0">
                <a:solidFill>
                  <a:srgbClr val="000000"/>
                </a:solidFill>
                <a:latin typeface="Consolas" panose="020B0609020204030204" pitchFamily="49" charset="0"/>
              </a:rPr>
              <a:t> </a:t>
            </a:r>
            <a:r>
              <a:rPr lang="en-GB" sz="1800" b="1" dirty="0">
                <a:solidFill>
                  <a:srgbClr val="FF0000"/>
                </a:solidFill>
                <a:latin typeface="Consolas" panose="020B0609020204030204" pitchFamily="49" charset="0"/>
              </a:rPr>
              <a:t>id</a:t>
            </a:r>
            <a:r>
              <a:rPr lang="en-GB" sz="1800" b="1" dirty="0">
                <a:solidFill>
                  <a:srgbClr val="0000FF"/>
                </a:solidFill>
                <a:latin typeface="Consolas" panose="020B0609020204030204" pitchFamily="49" charset="0"/>
              </a:rPr>
              <a:t>="</a:t>
            </a:r>
            <a:r>
              <a:rPr lang="en-GB" b="1" dirty="0">
                <a:solidFill>
                  <a:srgbClr val="0000FF"/>
                </a:solidFill>
                <a:latin typeface="Consolas" panose="020B0609020204030204" pitchFamily="49" charset="0"/>
              </a:rPr>
              <a:t>greet</a:t>
            </a:r>
            <a:r>
              <a:rPr lang="en-GB" sz="1800" b="1" dirty="0">
                <a:solidFill>
                  <a:srgbClr val="0000FF"/>
                </a:solidFill>
                <a:latin typeface="Consolas" panose="020B0609020204030204" pitchFamily="49" charset="0"/>
              </a:rPr>
              <a:t>"&gt;</a:t>
            </a:r>
            <a:r>
              <a:rPr lang="en-GB" sz="1800" b="1" dirty="0">
                <a:solidFill>
                  <a:srgbClr val="000000"/>
                </a:solidFill>
                <a:latin typeface="Consolas" panose="020B0609020204030204" pitchFamily="49" charset="0"/>
              </a:rPr>
              <a:t>Hello world</a:t>
            </a:r>
            <a:r>
              <a:rPr lang="en-GB" sz="1800" b="1" dirty="0">
                <a:solidFill>
                  <a:srgbClr val="0000FF"/>
                </a:solidFill>
                <a:latin typeface="Consolas" panose="020B0609020204030204" pitchFamily="49" charset="0"/>
              </a:rPr>
              <a:t>&lt;/</a:t>
            </a:r>
            <a:r>
              <a:rPr lang="en-GB" sz="1800" b="1" dirty="0">
                <a:solidFill>
                  <a:srgbClr val="800000"/>
                </a:solidFill>
                <a:latin typeface="Consolas" panose="020B0609020204030204" pitchFamily="49" charset="0"/>
              </a:rPr>
              <a:t>div</a:t>
            </a:r>
            <a:r>
              <a:rPr lang="en-GB" sz="1800" b="1" dirty="0">
                <a:solidFill>
                  <a:srgbClr val="0000FF"/>
                </a:solidFill>
                <a:latin typeface="Consolas" panose="020B0609020204030204" pitchFamily="49" charset="0"/>
              </a:rPr>
              <a:t>&gt;</a:t>
            </a:r>
            <a:endParaRPr lang="en-GB" sz="1800" b="1" dirty="0">
              <a:solidFill>
                <a:srgbClr val="000000"/>
              </a:solidFill>
              <a:latin typeface="Consolas" panose="020B0609020204030204" pitchFamily="49" charset="0"/>
            </a:endParaRPr>
          </a:p>
          <a:p>
            <a:endParaRPr lang="en-GB" sz="1800" b="1" dirty="0">
              <a:solidFill>
                <a:srgbClr val="000000"/>
              </a:solidFill>
              <a:latin typeface="Consolas" panose="020B0609020204030204" pitchFamily="49" charset="0"/>
            </a:endParaRPr>
          </a:p>
          <a:p>
            <a:r>
              <a:rPr lang="en-GB" sz="1800" b="1" dirty="0">
                <a:solidFill>
                  <a:srgbClr val="0000FF"/>
                </a:solidFill>
                <a:latin typeface="Consolas" panose="020B0609020204030204" pitchFamily="49" charset="0"/>
              </a:rPr>
              <a:t>&lt;</a:t>
            </a:r>
            <a:r>
              <a:rPr lang="en-GB" sz="1800" b="1" dirty="0">
                <a:solidFill>
                  <a:srgbClr val="800000"/>
                </a:solidFill>
                <a:latin typeface="Consolas" panose="020B0609020204030204" pitchFamily="49" charset="0"/>
              </a:rPr>
              <a:t>script</a:t>
            </a:r>
            <a:r>
              <a:rPr lang="en-GB" sz="1800" b="1" dirty="0">
                <a:solidFill>
                  <a:srgbClr val="0000FF"/>
                </a:solidFill>
                <a:latin typeface="Consolas" panose="020B0609020204030204" pitchFamily="49" charset="0"/>
              </a:rPr>
              <a:t>&gt;</a:t>
            </a:r>
            <a:endParaRPr lang="en-GB" sz="1800" b="1" dirty="0">
              <a:solidFill>
                <a:srgbClr val="000000"/>
              </a:solidFill>
              <a:latin typeface="Consolas" panose="020B0609020204030204" pitchFamily="49" charset="0"/>
            </a:endParaRPr>
          </a:p>
          <a:p>
            <a:r>
              <a:rPr lang="en-GB" sz="1800" b="1" dirty="0">
                <a:solidFill>
                  <a:srgbClr val="0000FF"/>
                </a:solidFill>
                <a:latin typeface="Consolas" panose="020B0609020204030204" pitchFamily="49" charset="0"/>
              </a:rPr>
              <a:t>    let</a:t>
            </a:r>
            <a:r>
              <a:rPr lang="en-GB" sz="1800" b="1" dirty="0">
                <a:solidFill>
                  <a:srgbClr val="000000"/>
                </a:solidFill>
                <a:latin typeface="Consolas" panose="020B0609020204030204" pitchFamily="49" charset="0"/>
              </a:rPr>
              <a:t> div1 = </a:t>
            </a:r>
            <a:r>
              <a:rPr lang="en-GB" sz="1800" b="1" dirty="0" err="1">
                <a:solidFill>
                  <a:srgbClr val="000000"/>
                </a:solidFill>
                <a:latin typeface="Consolas" panose="020B0609020204030204" pitchFamily="49" charset="0"/>
              </a:rPr>
              <a:t>document.getElementById</a:t>
            </a:r>
            <a:r>
              <a:rPr lang="en-GB" sz="1800" b="1" dirty="0">
                <a:solidFill>
                  <a:srgbClr val="000000"/>
                </a:solidFill>
                <a:latin typeface="Consolas" panose="020B0609020204030204" pitchFamily="49" charset="0"/>
              </a:rPr>
              <a:t>(</a:t>
            </a:r>
            <a:r>
              <a:rPr lang="en-GB" sz="1800" b="1" dirty="0">
                <a:solidFill>
                  <a:srgbClr val="A31515"/>
                </a:solidFill>
                <a:latin typeface="Consolas" panose="020B0609020204030204" pitchFamily="49" charset="0"/>
              </a:rPr>
              <a:t>"</a:t>
            </a:r>
            <a:r>
              <a:rPr lang="en-GB" b="1" dirty="0">
                <a:solidFill>
                  <a:srgbClr val="0000FF"/>
                </a:solidFill>
                <a:latin typeface="Consolas" panose="020B0609020204030204" pitchFamily="49" charset="0"/>
              </a:rPr>
              <a:t>greet</a:t>
            </a:r>
            <a:r>
              <a:rPr lang="en-GB" sz="1800" b="1" dirty="0">
                <a:solidFill>
                  <a:srgbClr val="A31515"/>
                </a:solidFill>
                <a:latin typeface="Consolas" panose="020B0609020204030204" pitchFamily="49" charset="0"/>
              </a:rPr>
              <a:t>"</a:t>
            </a:r>
            <a:r>
              <a:rPr lang="en-GB" sz="1800" b="1" dirty="0">
                <a:solidFill>
                  <a:srgbClr val="000000"/>
                </a:solidFill>
                <a:latin typeface="Consolas" panose="020B0609020204030204" pitchFamily="49" charset="0"/>
              </a:rPr>
              <a:t>);</a:t>
            </a:r>
          </a:p>
          <a:p>
            <a:r>
              <a:rPr lang="en-GB" b="1" dirty="0">
                <a:solidFill>
                  <a:srgbClr val="000000"/>
                </a:solidFill>
                <a:latin typeface="Consolas" panose="020B0609020204030204" pitchFamily="49" charset="0"/>
              </a:rPr>
              <a:t>    </a:t>
            </a:r>
            <a:r>
              <a:rPr lang="en-GB" sz="1800" b="1" dirty="0">
                <a:solidFill>
                  <a:srgbClr val="000000"/>
                </a:solidFill>
                <a:latin typeface="Consolas" panose="020B0609020204030204" pitchFamily="49" charset="0"/>
              </a:rPr>
              <a:t>div1.classList.add(</a:t>
            </a:r>
            <a:r>
              <a:rPr lang="en-GB" b="1" dirty="0">
                <a:solidFill>
                  <a:srgbClr val="A31515"/>
                </a:solidFill>
                <a:latin typeface="Consolas" panose="020B0609020204030204" pitchFamily="49" charset="0"/>
              </a:rPr>
              <a:t>"</a:t>
            </a:r>
            <a:r>
              <a:rPr lang="en-GB" b="1" dirty="0">
                <a:solidFill>
                  <a:srgbClr val="0000FF"/>
                </a:solidFill>
                <a:latin typeface="Consolas" panose="020B0609020204030204" pitchFamily="49" charset="0"/>
              </a:rPr>
              <a:t>hello</a:t>
            </a:r>
            <a:r>
              <a:rPr lang="en-GB" b="1" dirty="0">
                <a:solidFill>
                  <a:srgbClr val="A31515"/>
                </a:solidFill>
                <a:latin typeface="Consolas" panose="020B0609020204030204" pitchFamily="49" charset="0"/>
              </a:rPr>
              <a:t>"</a:t>
            </a:r>
            <a:r>
              <a:rPr lang="en-GB" sz="1800" b="1" dirty="0">
                <a:solidFill>
                  <a:srgbClr val="A31515"/>
                </a:solidFill>
                <a:latin typeface="Consolas" panose="020B0609020204030204" pitchFamily="49" charset="0"/>
              </a:rPr>
              <a:t>)</a:t>
            </a:r>
            <a:r>
              <a:rPr lang="en-GB" sz="1800" b="1" dirty="0">
                <a:solidFill>
                  <a:srgbClr val="000000"/>
                </a:solidFill>
                <a:latin typeface="Consolas" panose="020B0609020204030204" pitchFamily="49" charset="0"/>
              </a:rPr>
              <a:t>;</a:t>
            </a:r>
          </a:p>
          <a:p>
            <a:r>
              <a:rPr lang="en-GB" b="1" dirty="0">
                <a:solidFill>
                  <a:srgbClr val="000000"/>
                </a:solidFill>
                <a:latin typeface="Consolas" panose="020B0609020204030204" pitchFamily="49" charset="0"/>
              </a:rPr>
              <a:t>    </a:t>
            </a:r>
            <a:r>
              <a:rPr lang="en-GB" sz="1800" b="1" dirty="0">
                <a:solidFill>
                  <a:srgbClr val="000000"/>
                </a:solidFill>
                <a:latin typeface="Consolas" panose="020B0609020204030204" pitchFamily="49" charset="0"/>
              </a:rPr>
              <a:t>div1.classList.add(</a:t>
            </a:r>
            <a:r>
              <a:rPr lang="en-GB" sz="1800" b="1" dirty="0">
                <a:solidFill>
                  <a:srgbClr val="A31515"/>
                </a:solidFill>
                <a:latin typeface="Consolas" panose="020B0609020204030204" pitchFamily="49" charset="0"/>
              </a:rPr>
              <a:t>"note")</a:t>
            </a:r>
            <a:r>
              <a:rPr lang="en-GB" sz="1800" b="1" dirty="0">
                <a:solidFill>
                  <a:srgbClr val="000000"/>
                </a:solidFill>
                <a:latin typeface="Consolas" panose="020B0609020204030204" pitchFamily="49" charset="0"/>
              </a:rPr>
              <a:t>;</a:t>
            </a:r>
          </a:p>
          <a:p>
            <a:r>
              <a:rPr lang="en-GB" sz="1800" b="1" dirty="0">
                <a:solidFill>
                  <a:srgbClr val="0000FF"/>
                </a:solidFill>
                <a:latin typeface="Consolas" panose="020B0609020204030204" pitchFamily="49" charset="0"/>
              </a:rPr>
              <a:t>&lt;/</a:t>
            </a:r>
            <a:r>
              <a:rPr lang="en-GB" sz="1800" b="1" dirty="0">
                <a:solidFill>
                  <a:srgbClr val="800000"/>
                </a:solidFill>
                <a:latin typeface="Consolas" panose="020B0609020204030204" pitchFamily="49" charset="0"/>
              </a:rPr>
              <a:t>script</a:t>
            </a:r>
            <a:r>
              <a:rPr lang="en-GB" sz="1800" b="1" dirty="0">
                <a:solidFill>
                  <a:srgbClr val="0000FF"/>
                </a:solidFill>
                <a:latin typeface="Consolas" panose="020B0609020204030204" pitchFamily="49" charset="0"/>
              </a:rPr>
              <a:t>&gt;</a:t>
            </a:r>
            <a:endParaRPr lang="en-GB" sz="1800" b="1" dirty="0">
              <a:solidFill>
                <a:srgbClr val="000000"/>
              </a:solidFill>
              <a:latin typeface="Consolas" panose="020B0609020204030204" pitchFamily="49" charset="0"/>
            </a:endParaRPr>
          </a:p>
        </p:txBody>
      </p:sp>
      <p:sp>
        <p:nvSpPr>
          <p:cNvPr id="3" name="TextBox 2">
            <a:extLst>
              <a:ext uri="{FF2B5EF4-FFF2-40B4-BE49-F238E27FC236}">
                <a16:creationId xmlns:a16="http://schemas.microsoft.com/office/drawing/2014/main" id="{08F27F98-9930-69AF-5242-87E30D55BEB1}"/>
              </a:ext>
            </a:extLst>
          </p:cNvPr>
          <p:cNvSpPr txBox="1"/>
          <p:nvPr/>
        </p:nvSpPr>
        <p:spPr>
          <a:xfrm>
            <a:off x="7960900" y="1517054"/>
            <a:ext cx="3997000" cy="2585323"/>
          </a:xfrm>
          <a:prstGeom prst="rect">
            <a:avLst/>
          </a:prstGeom>
          <a:solidFill>
            <a:schemeClr val="tx1">
              <a:lumMod val="10000"/>
              <a:lumOff val="90000"/>
            </a:schemeClr>
          </a:solidFill>
          <a:ln>
            <a:solidFill>
              <a:schemeClr val="bg1">
                <a:lumMod val="95000"/>
              </a:schemeClr>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a:spAutoFit/>
          </a:bodyPr>
          <a:lstStyle/>
          <a:p>
            <a:r>
              <a:rPr lang="en-GB" sz="1600" b="1" dirty="0">
                <a:solidFill>
                  <a:srgbClr val="0000FF"/>
                </a:solidFill>
                <a:latin typeface="Consolas" panose="020B0609020204030204" pitchFamily="49" charset="0"/>
              </a:rPr>
              <a:t>&lt;</a:t>
            </a:r>
            <a:r>
              <a:rPr lang="en-GB" sz="1600" b="1" dirty="0">
                <a:solidFill>
                  <a:srgbClr val="800000"/>
                </a:solidFill>
                <a:latin typeface="Consolas" panose="020B0609020204030204" pitchFamily="49" charset="0"/>
              </a:rPr>
              <a:t>style</a:t>
            </a:r>
            <a:r>
              <a:rPr lang="en-GB" sz="1600" b="1" dirty="0">
                <a:solidFill>
                  <a:srgbClr val="0000FF"/>
                </a:solidFill>
                <a:latin typeface="Consolas" panose="020B0609020204030204" pitchFamily="49" charset="0"/>
              </a:rPr>
              <a:t>&gt;</a:t>
            </a:r>
            <a:endParaRPr lang="en-GB" sz="1600" b="1" dirty="0">
              <a:solidFill>
                <a:srgbClr val="000000"/>
              </a:solidFill>
              <a:latin typeface="Consolas" panose="020B0609020204030204" pitchFamily="49" charset="0"/>
            </a:endParaRPr>
          </a:p>
          <a:p>
            <a:endParaRPr lang="en-GB" sz="1600" b="1" dirty="0">
              <a:solidFill>
                <a:srgbClr val="000000"/>
              </a:solidFill>
              <a:latin typeface="Consolas" panose="020B0609020204030204" pitchFamily="49" charset="0"/>
            </a:endParaRPr>
          </a:p>
          <a:p>
            <a:r>
              <a:rPr lang="en-GB" sz="1600" b="1" dirty="0">
                <a:solidFill>
                  <a:srgbClr val="000000"/>
                </a:solidFill>
                <a:latin typeface="Consolas" panose="020B0609020204030204" pitchFamily="49" charset="0"/>
              </a:rPr>
              <a:t> </a:t>
            </a:r>
            <a:r>
              <a:rPr lang="en-GB" sz="1600" b="1" dirty="0">
                <a:solidFill>
                  <a:srgbClr val="800000"/>
                </a:solidFill>
                <a:latin typeface="Consolas" panose="020B0609020204030204" pitchFamily="49" charset="0"/>
              </a:rPr>
              <a:t>.hello</a:t>
            </a:r>
            <a:r>
              <a:rPr lang="en-GB" sz="1600" b="1" dirty="0">
                <a:solidFill>
                  <a:srgbClr val="000000"/>
                </a:solidFill>
                <a:latin typeface="Consolas" panose="020B0609020204030204" pitchFamily="49" charset="0"/>
              </a:rPr>
              <a:t> {</a:t>
            </a:r>
          </a:p>
          <a:p>
            <a:r>
              <a:rPr lang="en-GB" sz="1600" b="1" dirty="0">
                <a:solidFill>
                  <a:srgbClr val="000000"/>
                </a:solidFill>
                <a:latin typeface="Consolas" panose="020B0609020204030204" pitchFamily="49" charset="0"/>
              </a:rPr>
              <a:t>        </a:t>
            </a:r>
            <a:r>
              <a:rPr lang="en-GB" sz="1600" b="1" dirty="0">
                <a:solidFill>
                  <a:srgbClr val="FF0000"/>
                </a:solidFill>
                <a:latin typeface="Consolas" panose="020B0609020204030204" pitchFamily="49" charset="0"/>
              </a:rPr>
              <a:t>border</a:t>
            </a:r>
            <a:r>
              <a:rPr lang="en-GB" sz="1600" b="1" dirty="0">
                <a:solidFill>
                  <a:srgbClr val="000000"/>
                </a:solidFill>
                <a:latin typeface="Consolas" panose="020B0609020204030204" pitchFamily="49" charset="0"/>
              </a:rPr>
              <a:t>: </a:t>
            </a:r>
            <a:r>
              <a:rPr lang="en-GB" sz="1600" b="1" dirty="0">
                <a:solidFill>
                  <a:srgbClr val="0000FF"/>
                </a:solidFill>
                <a:latin typeface="Consolas" panose="020B0609020204030204" pitchFamily="49" charset="0"/>
              </a:rPr>
              <a:t>3px</a:t>
            </a:r>
            <a:r>
              <a:rPr lang="en-GB" sz="1600" b="1" dirty="0">
                <a:solidFill>
                  <a:srgbClr val="000000"/>
                </a:solidFill>
                <a:latin typeface="Consolas" panose="020B0609020204030204" pitchFamily="49" charset="0"/>
              </a:rPr>
              <a:t> </a:t>
            </a:r>
            <a:r>
              <a:rPr lang="en-GB" sz="1600" b="1" dirty="0">
                <a:solidFill>
                  <a:srgbClr val="0000FF"/>
                </a:solidFill>
                <a:latin typeface="Consolas" panose="020B0609020204030204" pitchFamily="49" charset="0"/>
              </a:rPr>
              <a:t>solid</a:t>
            </a:r>
            <a:r>
              <a:rPr lang="en-GB" sz="1600" b="1" dirty="0">
                <a:solidFill>
                  <a:srgbClr val="000000"/>
                </a:solidFill>
                <a:latin typeface="Consolas" panose="020B0609020204030204" pitchFamily="49" charset="0"/>
              </a:rPr>
              <a:t> </a:t>
            </a:r>
            <a:r>
              <a:rPr lang="en-GB" sz="1600" b="1" dirty="0">
                <a:solidFill>
                  <a:srgbClr val="0000FF"/>
                </a:solidFill>
                <a:latin typeface="Consolas" panose="020B0609020204030204" pitchFamily="49" charset="0"/>
              </a:rPr>
              <a:t>red</a:t>
            </a:r>
            <a:r>
              <a:rPr lang="en-GB" sz="1600" b="1" dirty="0">
                <a:solidFill>
                  <a:srgbClr val="000000"/>
                </a:solidFill>
                <a:latin typeface="Consolas" panose="020B0609020204030204" pitchFamily="49" charset="0"/>
              </a:rPr>
              <a:t>;</a:t>
            </a:r>
          </a:p>
          <a:p>
            <a:r>
              <a:rPr lang="en-GB" sz="1600" b="1" dirty="0">
                <a:solidFill>
                  <a:srgbClr val="000000"/>
                </a:solidFill>
                <a:latin typeface="Consolas" panose="020B0609020204030204" pitchFamily="49" charset="0"/>
              </a:rPr>
              <a:t>    }</a:t>
            </a:r>
            <a:br>
              <a:rPr lang="en-GB" sz="1600" b="1" dirty="0">
                <a:solidFill>
                  <a:srgbClr val="000000"/>
                </a:solidFill>
                <a:latin typeface="Consolas" panose="020B0609020204030204" pitchFamily="49" charset="0"/>
              </a:rPr>
            </a:br>
            <a:endParaRPr lang="en-GB" sz="1600" b="1" dirty="0">
              <a:solidFill>
                <a:srgbClr val="000000"/>
              </a:solidFill>
              <a:latin typeface="Consolas" panose="020B0609020204030204" pitchFamily="49" charset="0"/>
            </a:endParaRPr>
          </a:p>
          <a:p>
            <a:r>
              <a:rPr lang="en-GB" sz="1600" b="1" dirty="0">
                <a:solidFill>
                  <a:srgbClr val="000000"/>
                </a:solidFill>
                <a:latin typeface="Consolas" panose="020B0609020204030204" pitchFamily="49" charset="0"/>
              </a:rPr>
              <a:t> </a:t>
            </a:r>
            <a:r>
              <a:rPr lang="en-GB" sz="1600" b="1" dirty="0">
                <a:solidFill>
                  <a:srgbClr val="800000"/>
                </a:solidFill>
                <a:latin typeface="Consolas" panose="020B0609020204030204" pitchFamily="49" charset="0"/>
              </a:rPr>
              <a:t>.note</a:t>
            </a:r>
            <a:r>
              <a:rPr lang="en-GB" sz="1600" b="1" dirty="0">
                <a:solidFill>
                  <a:srgbClr val="000000"/>
                </a:solidFill>
                <a:latin typeface="Consolas" panose="020B0609020204030204" pitchFamily="49" charset="0"/>
              </a:rPr>
              <a:t> {</a:t>
            </a:r>
          </a:p>
          <a:p>
            <a:r>
              <a:rPr lang="en-GB" sz="1600" b="1" dirty="0">
                <a:solidFill>
                  <a:srgbClr val="000000"/>
                </a:solidFill>
                <a:latin typeface="Consolas" panose="020B0609020204030204" pitchFamily="49" charset="0"/>
              </a:rPr>
              <a:t>     </a:t>
            </a:r>
            <a:r>
              <a:rPr lang="en-GB" sz="1800" b="1" dirty="0">
                <a:solidFill>
                  <a:srgbClr val="FF0000"/>
                </a:solidFill>
                <a:latin typeface="Consolas" panose="020B0609020204030204" pitchFamily="49" charset="0"/>
              </a:rPr>
              <a:t>background-color</a:t>
            </a:r>
            <a:r>
              <a:rPr lang="en-GB" sz="1800" b="1" dirty="0">
                <a:solidFill>
                  <a:srgbClr val="000000"/>
                </a:solidFill>
                <a:latin typeface="Consolas" panose="020B0609020204030204" pitchFamily="49" charset="0"/>
              </a:rPr>
              <a:t>: </a:t>
            </a:r>
            <a:r>
              <a:rPr lang="en-GB" sz="1800" b="1" dirty="0">
                <a:solidFill>
                  <a:srgbClr val="0000FF"/>
                </a:solidFill>
                <a:latin typeface="Consolas" panose="020B0609020204030204" pitchFamily="49" charset="0"/>
              </a:rPr>
              <a:t>yellow</a:t>
            </a:r>
            <a:r>
              <a:rPr lang="en-GB" sz="1800" b="1" dirty="0">
                <a:solidFill>
                  <a:srgbClr val="000000"/>
                </a:solidFill>
                <a:latin typeface="Consolas" panose="020B0609020204030204" pitchFamily="49" charset="0"/>
              </a:rPr>
              <a:t>;</a:t>
            </a:r>
            <a:endParaRPr lang="en-GB" sz="1600" b="1" dirty="0">
              <a:solidFill>
                <a:srgbClr val="000000"/>
              </a:solidFill>
              <a:latin typeface="Consolas" panose="020B0609020204030204" pitchFamily="49" charset="0"/>
            </a:endParaRPr>
          </a:p>
          <a:p>
            <a:r>
              <a:rPr lang="en-GB" sz="1600" b="1" dirty="0">
                <a:solidFill>
                  <a:srgbClr val="000000"/>
                </a:solidFill>
                <a:latin typeface="Consolas" panose="020B0609020204030204" pitchFamily="49" charset="0"/>
              </a:rPr>
              <a:t>    }</a:t>
            </a:r>
          </a:p>
          <a:p>
            <a:r>
              <a:rPr lang="en-GB" sz="1600" b="1" dirty="0">
                <a:solidFill>
                  <a:srgbClr val="0000FF"/>
                </a:solidFill>
                <a:latin typeface="Consolas" panose="020B0609020204030204" pitchFamily="49" charset="0"/>
              </a:rPr>
              <a:t>&lt;/</a:t>
            </a:r>
            <a:r>
              <a:rPr lang="en-GB" sz="1600" b="1" dirty="0">
                <a:solidFill>
                  <a:srgbClr val="800000"/>
                </a:solidFill>
                <a:latin typeface="Consolas" panose="020B0609020204030204" pitchFamily="49" charset="0"/>
              </a:rPr>
              <a:t>style</a:t>
            </a:r>
            <a:r>
              <a:rPr lang="en-GB" sz="1600" b="1" dirty="0">
                <a:solidFill>
                  <a:srgbClr val="0000FF"/>
                </a:solidFill>
                <a:latin typeface="Consolas" panose="020B0609020204030204" pitchFamily="49" charset="0"/>
              </a:rPr>
              <a:t>&gt;</a:t>
            </a:r>
            <a:endParaRPr lang="en-GB" sz="1600" b="1" dirty="0"/>
          </a:p>
        </p:txBody>
      </p:sp>
    </p:spTree>
    <p:extLst>
      <p:ext uri="{BB962C8B-B14F-4D97-AF65-F5344CB8AC3E}">
        <p14:creationId xmlns:p14="http://schemas.microsoft.com/office/powerpoint/2010/main" val="3253241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BF2207E-8810-9A8E-66F8-B295F5307A7B}"/>
              </a:ext>
            </a:extLst>
          </p:cNvPr>
          <p:cNvSpPr>
            <a:spLocks noGrp="1"/>
          </p:cNvSpPr>
          <p:nvPr>
            <p:ph type="sldNum" sz="quarter" idx="4"/>
          </p:nvPr>
        </p:nvSpPr>
        <p:spPr/>
        <p:txBody>
          <a:bodyPr/>
          <a:lstStyle/>
          <a:p>
            <a:fld id="{EF892D59-8F09-EF4B-AD6D-DA609442F868}" type="slidenum">
              <a:rPr lang="en-GB" smtClean="0"/>
              <a:pPr/>
              <a:t>10</a:t>
            </a:fld>
            <a:endParaRPr lang="en-GB" dirty="0"/>
          </a:p>
        </p:txBody>
      </p:sp>
      <p:sp>
        <p:nvSpPr>
          <p:cNvPr id="3" name="Title 2">
            <a:extLst>
              <a:ext uri="{FF2B5EF4-FFF2-40B4-BE49-F238E27FC236}">
                <a16:creationId xmlns:a16="http://schemas.microsoft.com/office/drawing/2014/main" id="{5797E508-F109-D014-506D-46275A00BCC5}"/>
              </a:ext>
            </a:extLst>
          </p:cNvPr>
          <p:cNvSpPr>
            <a:spLocks noGrp="1"/>
          </p:cNvSpPr>
          <p:nvPr>
            <p:ph type="title"/>
          </p:nvPr>
        </p:nvSpPr>
        <p:spPr/>
        <p:txBody>
          <a:bodyPr/>
          <a:lstStyle/>
          <a:p>
            <a:r>
              <a:rPr lang="en-GB" dirty="0"/>
              <a:t>Creating elements dynamically</a:t>
            </a:r>
          </a:p>
        </p:txBody>
      </p:sp>
      <p:sp>
        <p:nvSpPr>
          <p:cNvPr id="6" name="TextBox 5">
            <a:extLst>
              <a:ext uri="{FF2B5EF4-FFF2-40B4-BE49-F238E27FC236}">
                <a16:creationId xmlns:a16="http://schemas.microsoft.com/office/drawing/2014/main" id="{8D9A97EA-7856-434C-06B1-21E7078020CD}"/>
              </a:ext>
            </a:extLst>
          </p:cNvPr>
          <p:cNvSpPr txBox="1"/>
          <p:nvPr/>
        </p:nvSpPr>
        <p:spPr>
          <a:xfrm>
            <a:off x="438760" y="1367059"/>
            <a:ext cx="11050316" cy="3693319"/>
          </a:xfrm>
          <a:prstGeom prst="rect">
            <a:avLst/>
          </a:prstGeom>
          <a:solidFill>
            <a:schemeClr val="accent5">
              <a:lumMod val="20000"/>
              <a:lumOff val="80000"/>
            </a:schemeClr>
          </a:solidFill>
          <a:ln>
            <a:solidFill>
              <a:schemeClr val="bg1">
                <a:lumMod val="95000"/>
              </a:schemeClr>
            </a:solidFill>
          </a:ln>
          <a:effectLst>
            <a:outerShdw blurRad="50800" dist="38100" algn="l" rotWithShape="0">
              <a:prstClr val="black">
                <a:alpha val="40000"/>
              </a:prstClr>
            </a:outerShdw>
          </a:effectLst>
        </p:spPr>
        <p:txBody>
          <a:bodyPr wrap="square">
            <a:spAutoFit/>
          </a:bodyPr>
          <a:lstStyle/>
          <a:p>
            <a:r>
              <a:rPr lang="en-GB" b="1" dirty="0">
                <a:solidFill>
                  <a:srgbClr val="0000FF"/>
                </a:solidFill>
                <a:latin typeface="Consolas" panose="020B0609020204030204" pitchFamily="49" charset="0"/>
              </a:rPr>
              <a:t>&lt;</a:t>
            </a:r>
            <a:r>
              <a:rPr lang="en-GB" b="1" dirty="0" err="1">
                <a:solidFill>
                  <a:srgbClr val="800000"/>
                </a:solidFill>
                <a:latin typeface="Consolas" panose="020B0609020204030204" pitchFamily="49" charset="0"/>
              </a:rPr>
              <a:t>ol</a:t>
            </a:r>
            <a:r>
              <a:rPr lang="en-GB" b="1" dirty="0">
                <a:solidFill>
                  <a:srgbClr val="000000"/>
                </a:solidFill>
                <a:latin typeface="Consolas" panose="020B0609020204030204" pitchFamily="49" charset="0"/>
              </a:rPr>
              <a:t> </a:t>
            </a:r>
            <a:r>
              <a:rPr lang="en-GB" b="1" dirty="0">
                <a:solidFill>
                  <a:srgbClr val="FF0000"/>
                </a:solidFill>
                <a:latin typeface="Consolas" panose="020B0609020204030204" pitchFamily="49" charset="0"/>
              </a:rPr>
              <a:t>id</a:t>
            </a:r>
            <a:r>
              <a:rPr lang="en-GB" b="1" dirty="0">
                <a:solidFill>
                  <a:srgbClr val="0000FF"/>
                </a:solidFill>
                <a:latin typeface="Consolas" panose="020B0609020204030204" pitchFamily="49" charset="0"/>
              </a:rPr>
              <a:t>="names"&gt;&lt;/</a:t>
            </a:r>
            <a:r>
              <a:rPr lang="en-GB" b="1" dirty="0" err="1">
                <a:solidFill>
                  <a:srgbClr val="800000"/>
                </a:solidFill>
                <a:latin typeface="Consolas" panose="020B0609020204030204" pitchFamily="49" charset="0"/>
              </a:rPr>
              <a:t>ol</a:t>
            </a:r>
            <a:r>
              <a:rPr lang="en-GB" b="1" dirty="0">
                <a:solidFill>
                  <a:srgbClr val="0000FF"/>
                </a:solidFill>
                <a:latin typeface="Consolas" panose="020B0609020204030204" pitchFamily="49" charset="0"/>
              </a:rPr>
              <a:t>&gt;</a:t>
            </a:r>
            <a:endParaRPr lang="en-GB" b="1" dirty="0">
              <a:solidFill>
                <a:srgbClr val="000000"/>
              </a:solidFill>
              <a:latin typeface="Consolas" panose="020B0609020204030204" pitchFamily="49" charset="0"/>
            </a:endParaRPr>
          </a:p>
          <a:p>
            <a:endParaRPr lang="en-GB" b="1" dirty="0">
              <a:solidFill>
                <a:srgbClr val="000000"/>
              </a:solidFill>
              <a:latin typeface="Consolas" panose="020B0609020204030204" pitchFamily="49" charset="0"/>
            </a:endParaRPr>
          </a:p>
          <a:p>
            <a:r>
              <a:rPr lang="en-GB" b="1" dirty="0">
                <a:solidFill>
                  <a:srgbClr val="0000FF"/>
                </a:solidFill>
                <a:latin typeface="Consolas" panose="020B0609020204030204" pitchFamily="49" charset="0"/>
              </a:rPr>
              <a:t>&lt;</a:t>
            </a:r>
            <a:r>
              <a:rPr lang="en-GB" b="1" dirty="0">
                <a:solidFill>
                  <a:srgbClr val="800000"/>
                </a:solidFill>
                <a:latin typeface="Consolas" panose="020B0609020204030204" pitchFamily="49" charset="0"/>
              </a:rPr>
              <a:t>script</a:t>
            </a:r>
            <a:r>
              <a:rPr lang="en-GB" b="1" dirty="0">
                <a:solidFill>
                  <a:srgbClr val="0000FF"/>
                </a:solidFill>
                <a:latin typeface="Consolas" panose="020B0609020204030204" pitchFamily="49" charset="0"/>
              </a:rPr>
              <a:t>&gt;</a:t>
            </a:r>
            <a:endParaRPr lang="en-GB" b="1" dirty="0">
              <a:solidFill>
                <a:srgbClr val="000000"/>
              </a:solidFill>
              <a:latin typeface="Consolas" panose="020B0609020204030204" pitchFamily="49" charset="0"/>
            </a:endParaRPr>
          </a:p>
          <a:p>
            <a:r>
              <a:rPr lang="en-GB" b="1" dirty="0">
                <a:solidFill>
                  <a:srgbClr val="000000"/>
                </a:solidFill>
                <a:latin typeface="Consolas" panose="020B0609020204030204" pitchFamily="49" charset="0"/>
              </a:rPr>
              <a:t>    </a:t>
            </a:r>
            <a:r>
              <a:rPr lang="en-GB" b="1" dirty="0" err="1">
                <a:solidFill>
                  <a:srgbClr val="0000FF"/>
                </a:solidFill>
                <a:latin typeface="Consolas" panose="020B0609020204030204" pitchFamily="49" charset="0"/>
              </a:rPr>
              <a:t>const</a:t>
            </a:r>
            <a:r>
              <a:rPr lang="en-GB" b="1" dirty="0">
                <a:solidFill>
                  <a:srgbClr val="000000"/>
                </a:solidFill>
                <a:latin typeface="Consolas" panose="020B0609020204030204" pitchFamily="49" charset="0"/>
              </a:rPr>
              <a:t> students = [</a:t>
            </a:r>
            <a:r>
              <a:rPr lang="en-GB" b="1" dirty="0">
                <a:solidFill>
                  <a:srgbClr val="A31515"/>
                </a:solidFill>
                <a:latin typeface="Consolas" panose="020B0609020204030204" pitchFamily="49" charset="0"/>
              </a:rPr>
              <a:t>"Bayley"</a:t>
            </a:r>
            <a:r>
              <a:rPr lang="en-GB" b="1" dirty="0">
                <a:solidFill>
                  <a:srgbClr val="000000"/>
                </a:solidFill>
                <a:latin typeface="Consolas" panose="020B0609020204030204" pitchFamily="49" charset="0"/>
              </a:rPr>
              <a:t>, </a:t>
            </a:r>
            <a:r>
              <a:rPr lang="en-GB" b="1" dirty="0">
                <a:solidFill>
                  <a:srgbClr val="A31515"/>
                </a:solidFill>
                <a:latin typeface="Consolas" panose="020B0609020204030204" pitchFamily="49" charset="0"/>
              </a:rPr>
              <a:t>"Joshua"</a:t>
            </a:r>
            <a:r>
              <a:rPr lang="en-GB" b="1" dirty="0">
                <a:solidFill>
                  <a:srgbClr val="000000"/>
                </a:solidFill>
                <a:latin typeface="Consolas" panose="020B0609020204030204" pitchFamily="49" charset="0"/>
              </a:rPr>
              <a:t>, </a:t>
            </a:r>
            <a:r>
              <a:rPr lang="en-GB" b="1" dirty="0">
                <a:solidFill>
                  <a:srgbClr val="A31515"/>
                </a:solidFill>
                <a:latin typeface="Consolas" panose="020B0609020204030204" pitchFamily="49" charset="0"/>
              </a:rPr>
              <a:t>"Robert"</a:t>
            </a:r>
            <a:r>
              <a:rPr lang="en-GB" b="1" dirty="0">
                <a:solidFill>
                  <a:srgbClr val="000000"/>
                </a:solidFill>
                <a:latin typeface="Consolas" panose="020B0609020204030204" pitchFamily="49" charset="0"/>
              </a:rPr>
              <a:t>, </a:t>
            </a:r>
            <a:r>
              <a:rPr lang="en-GB" b="1" dirty="0">
                <a:solidFill>
                  <a:srgbClr val="A31515"/>
                </a:solidFill>
                <a:latin typeface="Consolas" panose="020B0609020204030204" pitchFamily="49" charset="0"/>
              </a:rPr>
              <a:t>"Joanna"</a:t>
            </a:r>
            <a:r>
              <a:rPr lang="en-GB" b="1" dirty="0">
                <a:solidFill>
                  <a:srgbClr val="000000"/>
                </a:solidFill>
                <a:latin typeface="Consolas" panose="020B0609020204030204" pitchFamily="49" charset="0"/>
              </a:rPr>
              <a:t>, </a:t>
            </a:r>
            <a:r>
              <a:rPr lang="en-GB" b="1" dirty="0">
                <a:solidFill>
                  <a:srgbClr val="A31515"/>
                </a:solidFill>
                <a:latin typeface="Consolas" panose="020B0609020204030204" pitchFamily="49" charset="0"/>
              </a:rPr>
              <a:t>"Paul"</a:t>
            </a:r>
            <a:r>
              <a:rPr lang="en-GB" b="1" dirty="0">
                <a:solidFill>
                  <a:srgbClr val="000000"/>
                </a:solidFill>
                <a:latin typeface="Consolas" panose="020B0609020204030204" pitchFamily="49" charset="0"/>
              </a:rPr>
              <a:t>, </a:t>
            </a:r>
            <a:r>
              <a:rPr lang="en-GB" b="1" dirty="0">
                <a:solidFill>
                  <a:srgbClr val="A31515"/>
                </a:solidFill>
                <a:latin typeface="Consolas" panose="020B0609020204030204" pitchFamily="49" charset="0"/>
              </a:rPr>
              <a:t>"Calum"</a:t>
            </a:r>
            <a:r>
              <a:rPr lang="en-GB" b="1" dirty="0">
                <a:solidFill>
                  <a:srgbClr val="000000"/>
                </a:solidFill>
                <a:latin typeface="Consolas" panose="020B0609020204030204" pitchFamily="49" charset="0"/>
              </a:rPr>
              <a:t>];</a:t>
            </a:r>
          </a:p>
          <a:p>
            <a:endParaRPr lang="en-GB" b="1" dirty="0">
              <a:solidFill>
                <a:srgbClr val="000000"/>
              </a:solidFill>
              <a:latin typeface="Consolas" panose="020B0609020204030204" pitchFamily="49" charset="0"/>
            </a:endParaRPr>
          </a:p>
          <a:p>
            <a:r>
              <a:rPr lang="en-GB" b="1" dirty="0">
                <a:solidFill>
                  <a:srgbClr val="000000"/>
                </a:solidFill>
                <a:latin typeface="Consolas" panose="020B0609020204030204" pitchFamily="49" charset="0"/>
              </a:rPr>
              <a:t>    </a:t>
            </a:r>
            <a:r>
              <a:rPr lang="en-GB" b="1" dirty="0">
                <a:solidFill>
                  <a:srgbClr val="0000FF"/>
                </a:solidFill>
                <a:latin typeface="Consolas" panose="020B0609020204030204" pitchFamily="49" charset="0"/>
              </a:rPr>
              <a:t>let</a:t>
            </a:r>
            <a:r>
              <a:rPr lang="en-GB" b="1" dirty="0">
                <a:solidFill>
                  <a:srgbClr val="000000"/>
                </a:solidFill>
                <a:latin typeface="Consolas" panose="020B0609020204030204" pitchFamily="49" charset="0"/>
              </a:rPr>
              <a:t> </a:t>
            </a:r>
            <a:r>
              <a:rPr lang="en-GB" b="1" dirty="0" err="1">
                <a:solidFill>
                  <a:srgbClr val="000000"/>
                </a:solidFill>
                <a:latin typeface="Consolas" panose="020B0609020204030204" pitchFamily="49" charset="0"/>
              </a:rPr>
              <a:t>olNames</a:t>
            </a:r>
            <a:r>
              <a:rPr lang="en-GB" b="1" dirty="0">
                <a:solidFill>
                  <a:srgbClr val="000000"/>
                </a:solidFill>
                <a:latin typeface="Consolas" panose="020B0609020204030204" pitchFamily="49" charset="0"/>
              </a:rPr>
              <a:t> = </a:t>
            </a:r>
            <a:r>
              <a:rPr lang="en-GB" b="1" dirty="0" err="1">
                <a:solidFill>
                  <a:srgbClr val="000000"/>
                </a:solidFill>
                <a:latin typeface="Consolas" panose="020B0609020204030204" pitchFamily="49" charset="0"/>
              </a:rPr>
              <a:t>document.getElementById</a:t>
            </a:r>
            <a:r>
              <a:rPr lang="en-GB" b="1" dirty="0">
                <a:solidFill>
                  <a:srgbClr val="000000"/>
                </a:solidFill>
                <a:latin typeface="Consolas" panose="020B0609020204030204" pitchFamily="49" charset="0"/>
              </a:rPr>
              <a:t>(</a:t>
            </a:r>
            <a:r>
              <a:rPr lang="en-GB" b="1" dirty="0">
                <a:solidFill>
                  <a:srgbClr val="A31515"/>
                </a:solidFill>
                <a:latin typeface="Consolas" panose="020B0609020204030204" pitchFamily="49" charset="0"/>
              </a:rPr>
              <a:t>'names'</a:t>
            </a:r>
            <a:r>
              <a:rPr lang="en-GB" b="1" dirty="0">
                <a:solidFill>
                  <a:srgbClr val="000000"/>
                </a:solidFill>
                <a:latin typeface="Consolas" panose="020B0609020204030204" pitchFamily="49" charset="0"/>
              </a:rPr>
              <a:t>);</a:t>
            </a:r>
          </a:p>
          <a:p>
            <a:endParaRPr lang="en-GB" b="1" dirty="0">
              <a:solidFill>
                <a:srgbClr val="000000"/>
              </a:solidFill>
              <a:latin typeface="Consolas" panose="020B0609020204030204" pitchFamily="49" charset="0"/>
            </a:endParaRPr>
          </a:p>
          <a:p>
            <a:r>
              <a:rPr lang="en-GB" b="1" dirty="0">
                <a:solidFill>
                  <a:srgbClr val="000000"/>
                </a:solidFill>
                <a:latin typeface="Consolas" panose="020B0609020204030204" pitchFamily="49" charset="0"/>
              </a:rPr>
              <a:t>    </a:t>
            </a:r>
            <a:r>
              <a:rPr lang="en-GB" b="1" dirty="0">
                <a:solidFill>
                  <a:srgbClr val="0000FF"/>
                </a:solidFill>
                <a:latin typeface="Consolas" panose="020B0609020204030204" pitchFamily="49" charset="0"/>
              </a:rPr>
              <a:t>for</a:t>
            </a:r>
            <a:r>
              <a:rPr lang="en-GB" b="1" dirty="0">
                <a:solidFill>
                  <a:srgbClr val="000000"/>
                </a:solidFill>
                <a:latin typeface="Consolas" panose="020B0609020204030204" pitchFamily="49" charset="0"/>
              </a:rPr>
              <a:t> (</a:t>
            </a:r>
            <a:r>
              <a:rPr lang="en-GB" b="1" dirty="0">
                <a:solidFill>
                  <a:srgbClr val="0000FF"/>
                </a:solidFill>
                <a:latin typeface="Consolas" panose="020B0609020204030204" pitchFamily="49" charset="0"/>
              </a:rPr>
              <a:t>let</a:t>
            </a:r>
            <a:r>
              <a:rPr lang="en-GB" b="1" dirty="0">
                <a:solidFill>
                  <a:srgbClr val="000000"/>
                </a:solidFill>
                <a:latin typeface="Consolas" panose="020B0609020204030204" pitchFamily="49" charset="0"/>
              </a:rPr>
              <a:t> name </a:t>
            </a:r>
            <a:r>
              <a:rPr lang="en-GB" b="1" dirty="0">
                <a:solidFill>
                  <a:srgbClr val="0000FF"/>
                </a:solidFill>
                <a:latin typeface="Consolas" panose="020B0609020204030204" pitchFamily="49" charset="0"/>
              </a:rPr>
              <a:t>of</a:t>
            </a:r>
            <a:r>
              <a:rPr lang="en-GB" b="1" dirty="0">
                <a:solidFill>
                  <a:srgbClr val="000000"/>
                </a:solidFill>
                <a:latin typeface="Consolas" panose="020B0609020204030204" pitchFamily="49" charset="0"/>
              </a:rPr>
              <a:t> students) {</a:t>
            </a:r>
          </a:p>
          <a:p>
            <a:r>
              <a:rPr lang="it-IT" b="1" dirty="0">
                <a:solidFill>
                  <a:srgbClr val="000000"/>
                </a:solidFill>
                <a:latin typeface="Consolas" panose="020B0609020204030204" pitchFamily="49" charset="0"/>
              </a:rPr>
              <a:t>        </a:t>
            </a:r>
            <a:r>
              <a:rPr lang="it-IT" b="1" dirty="0">
                <a:solidFill>
                  <a:srgbClr val="0000FF"/>
                </a:solidFill>
                <a:latin typeface="Consolas" panose="020B0609020204030204" pitchFamily="49" charset="0"/>
              </a:rPr>
              <a:t>let</a:t>
            </a:r>
            <a:r>
              <a:rPr lang="it-IT" b="1" dirty="0">
                <a:solidFill>
                  <a:srgbClr val="000000"/>
                </a:solidFill>
                <a:latin typeface="Consolas" panose="020B0609020204030204" pitchFamily="49" charset="0"/>
              </a:rPr>
              <a:t> li = document.createElement(</a:t>
            </a:r>
            <a:r>
              <a:rPr lang="it-IT" b="1" dirty="0">
                <a:solidFill>
                  <a:srgbClr val="A31515"/>
                </a:solidFill>
                <a:latin typeface="Consolas" panose="020B0609020204030204" pitchFamily="49" charset="0"/>
              </a:rPr>
              <a:t>'li'</a:t>
            </a:r>
            <a:r>
              <a:rPr lang="it-IT" b="1" dirty="0">
                <a:solidFill>
                  <a:srgbClr val="000000"/>
                </a:solidFill>
                <a:latin typeface="Consolas" panose="020B0609020204030204" pitchFamily="49" charset="0"/>
              </a:rPr>
              <a:t>);</a:t>
            </a:r>
          </a:p>
          <a:p>
            <a:r>
              <a:rPr lang="en-GB" b="1" dirty="0">
                <a:solidFill>
                  <a:srgbClr val="000000"/>
                </a:solidFill>
                <a:latin typeface="Consolas" panose="020B0609020204030204" pitchFamily="49" charset="0"/>
              </a:rPr>
              <a:t>        </a:t>
            </a:r>
            <a:r>
              <a:rPr lang="en-GB" b="1" dirty="0" err="1">
                <a:solidFill>
                  <a:srgbClr val="000000"/>
                </a:solidFill>
                <a:latin typeface="Consolas" panose="020B0609020204030204" pitchFamily="49" charset="0"/>
              </a:rPr>
              <a:t>li.innerText</a:t>
            </a:r>
            <a:r>
              <a:rPr lang="en-GB" b="1" dirty="0">
                <a:solidFill>
                  <a:srgbClr val="000000"/>
                </a:solidFill>
                <a:latin typeface="Consolas" panose="020B0609020204030204" pitchFamily="49" charset="0"/>
              </a:rPr>
              <a:t> = name;</a:t>
            </a:r>
          </a:p>
          <a:p>
            <a:r>
              <a:rPr lang="en-GB" b="1" dirty="0">
                <a:solidFill>
                  <a:srgbClr val="000000"/>
                </a:solidFill>
                <a:latin typeface="Consolas" panose="020B0609020204030204" pitchFamily="49" charset="0"/>
              </a:rPr>
              <a:t>        </a:t>
            </a:r>
            <a:r>
              <a:rPr lang="en-GB" b="1" dirty="0" err="1">
                <a:solidFill>
                  <a:srgbClr val="000000"/>
                </a:solidFill>
                <a:latin typeface="Consolas" panose="020B0609020204030204" pitchFamily="49" charset="0"/>
              </a:rPr>
              <a:t>olNames.appendChild</a:t>
            </a:r>
            <a:r>
              <a:rPr lang="en-GB" b="1" dirty="0">
                <a:solidFill>
                  <a:srgbClr val="000000"/>
                </a:solidFill>
                <a:latin typeface="Consolas" panose="020B0609020204030204" pitchFamily="49" charset="0"/>
              </a:rPr>
              <a:t>(li);</a:t>
            </a:r>
          </a:p>
          <a:p>
            <a:r>
              <a:rPr lang="en-GB" b="1" dirty="0">
                <a:solidFill>
                  <a:srgbClr val="000000"/>
                </a:solidFill>
                <a:latin typeface="Consolas" panose="020B0609020204030204" pitchFamily="49" charset="0"/>
              </a:rPr>
              <a:t>    };</a:t>
            </a:r>
          </a:p>
          <a:p>
            <a:r>
              <a:rPr lang="en-GB" b="1" dirty="0">
                <a:solidFill>
                  <a:srgbClr val="0000FF"/>
                </a:solidFill>
                <a:latin typeface="Consolas" panose="020B0609020204030204" pitchFamily="49" charset="0"/>
              </a:rPr>
              <a:t>&lt;/</a:t>
            </a:r>
            <a:r>
              <a:rPr lang="en-GB" b="1" dirty="0">
                <a:solidFill>
                  <a:srgbClr val="800000"/>
                </a:solidFill>
                <a:latin typeface="Consolas" panose="020B0609020204030204" pitchFamily="49" charset="0"/>
              </a:rPr>
              <a:t>script</a:t>
            </a:r>
            <a:r>
              <a:rPr lang="en-GB" b="1" dirty="0">
                <a:solidFill>
                  <a:srgbClr val="0000FF"/>
                </a:solidFill>
                <a:latin typeface="Consolas" panose="020B0609020204030204" pitchFamily="49" charset="0"/>
              </a:rPr>
              <a:t>&gt;</a:t>
            </a:r>
            <a:endParaRPr lang="en-GB" b="1" dirty="0">
              <a:solidFill>
                <a:srgbClr val="000000"/>
              </a:solidFill>
              <a:latin typeface="Consolas" panose="020B0609020204030204" pitchFamily="49" charset="0"/>
            </a:endParaRPr>
          </a:p>
        </p:txBody>
      </p:sp>
      <p:sp>
        <p:nvSpPr>
          <p:cNvPr id="8" name="TextBox 7">
            <a:extLst>
              <a:ext uri="{FF2B5EF4-FFF2-40B4-BE49-F238E27FC236}">
                <a16:creationId xmlns:a16="http://schemas.microsoft.com/office/drawing/2014/main" id="{6F1C1788-279C-12CD-E295-CD293843A6FA}"/>
              </a:ext>
            </a:extLst>
          </p:cNvPr>
          <p:cNvSpPr txBox="1"/>
          <p:nvPr/>
        </p:nvSpPr>
        <p:spPr>
          <a:xfrm>
            <a:off x="10109579" y="4184983"/>
            <a:ext cx="1537519" cy="1569660"/>
          </a:xfrm>
          <a:prstGeom prst="rect">
            <a:avLst/>
          </a:prstGeom>
          <a:solidFill>
            <a:schemeClr val="tx1">
              <a:lumMod val="10000"/>
              <a:lumOff val="90000"/>
            </a:schemeClr>
          </a:solidFill>
          <a:effectLst>
            <a:outerShdw blurRad="50800" dist="38100" algn="l" rotWithShape="0">
              <a:prstClr val="black">
                <a:alpha val="40000"/>
              </a:prstClr>
            </a:outerShdw>
          </a:effectLst>
        </p:spPr>
        <p:txBody>
          <a:bodyPr wrap="square">
            <a:spAutoFit/>
          </a:bodyPr>
          <a:lstStyle/>
          <a:p>
            <a:pPr algn="l">
              <a:buFont typeface="+mj-lt"/>
              <a:buAutoNum type="arabicPeriod"/>
            </a:pPr>
            <a:r>
              <a:rPr lang="en-GB" sz="1600" b="0" i="0" dirty="0">
                <a:solidFill>
                  <a:srgbClr val="000000"/>
                </a:solidFill>
                <a:effectLst/>
                <a:latin typeface="Times New Roman" panose="02020603050405020304" pitchFamily="18" charset="0"/>
              </a:rPr>
              <a:t>Bayley</a:t>
            </a:r>
          </a:p>
          <a:p>
            <a:pPr algn="l">
              <a:buFont typeface="+mj-lt"/>
              <a:buAutoNum type="arabicPeriod"/>
            </a:pPr>
            <a:r>
              <a:rPr lang="en-GB" sz="1600" b="0" i="0" dirty="0">
                <a:solidFill>
                  <a:srgbClr val="000000"/>
                </a:solidFill>
                <a:effectLst/>
                <a:latin typeface="Times New Roman" panose="02020603050405020304" pitchFamily="18" charset="0"/>
              </a:rPr>
              <a:t>Joshua</a:t>
            </a:r>
          </a:p>
          <a:p>
            <a:pPr algn="l">
              <a:buFont typeface="+mj-lt"/>
              <a:buAutoNum type="arabicPeriod"/>
            </a:pPr>
            <a:r>
              <a:rPr lang="en-GB" sz="1600" b="0" i="0" dirty="0">
                <a:solidFill>
                  <a:srgbClr val="000000"/>
                </a:solidFill>
                <a:effectLst/>
                <a:latin typeface="Times New Roman" panose="02020603050405020304" pitchFamily="18" charset="0"/>
              </a:rPr>
              <a:t>Robert</a:t>
            </a:r>
          </a:p>
          <a:p>
            <a:pPr algn="l">
              <a:buFont typeface="+mj-lt"/>
              <a:buAutoNum type="arabicPeriod"/>
            </a:pPr>
            <a:r>
              <a:rPr lang="en-GB" sz="1600" b="0" i="0" dirty="0">
                <a:solidFill>
                  <a:srgbClr val="000000"/>
                </a:solidFill>
                <a:effectLst/>
                <a:latin typeface="Times New Roman" panose="02020603050405020304" pitchFamily="18" charset="0"/>
              </a:rPr>
              <a:t>Joanna</a:t>
            </a:r>
          </a:p>
          <a:p>
            <a:pPr algn="l">
              <a:buFont typeface="+mj-lt"/>
              <a:buAutoNum type="arabicPeriod"/>
            </a:pPr>
            <a:r>
              <a:rPr lang="en-GB" sz="1600" b="0" i="0" dirty="0">
                <a:solidFill>
                  <a:srgbClr val="000000"/>
                </a:solidFill>
                <a:effectLst/>
                <a:latin typeface="Times New Roman" panose="02020603050405020304" pitchFamily="18" charset="0"/>
              </a:rPr>
              <a:t>Paul</a:t>
            </a:r>
          </a:p>
          <a:p>
            <a:pPr algn="l">
              <a:buFont typeface="+mj-lt"/>
              <a:buAutoNum type="arabicPeriod"/>
            </a:pPr>
            <a:r>
              <a:rPr lang="en-GB" sz="1600" b="0" i="0" dirty="0">
                <a:solidFill>
                  <a:srgbClr val="000000"/>
                </a:solidFill>
                <a:effectLst/>
                <a:latin typeface="Times New Roman" panose="02020603050405020304" pitchFamily="18" charset="0"/>
              </a:rPr>
              <a:t>Calum</a:t>
            </a:r>
          </a:p>
        </p:txBody>
      </p:sp>
      <p:sp>
        <p:nvSpPr>
          <p:cNvPr id="5" name="TextBox 4">
            <a:extLst>
              <a:ext uri="{FF2B5EF4-FFF2-40B4-BE49-F238E27FC236}">
                <a16:creationId xmlns:a16="http://schemas.microsoft.com/office/drawing/2014/main" id="{CA064320-73F7-1AA1-DCA3-CCE3081BDFC4}"/>
              </a:ext>
            </a:extLst>
          </p:cNvPr>
          <p:cNvSpPr txBox="1"/>
          <p:nvPr/>
        </p:nvSpPr>
        <p:spPr>
          <a:xfrm>
            <a:off x="7204670" y="4184983"/>
            <a:ext cx="2746887" cy="2062103"/>
          </a:xfrm>
          <a:prstGeom prst="rect">
            <a:avLst/>
          </a:prstGeom>
          <a:solidFill>
            <a:schemeClr val="bg2">
              <a:lumMod val="95000"/>
            </a:schemeClr>
          </a:solidFill>
          <a:ln>
            <a:solidFill>
              <a:schemeClr val="bg1">
                <a:lumMod val="95000"/>
              </a:schemeClr>
            </a:solidFill>
          </a:ln>
          <a:effectLst>
            <a:outerShdw blurRad="50800" dist="38100" algn="l" rotWithShape="0">
              <a:prstClr val="black">
                <a:alpha val="40000"/>
              </a:prstClr>
            </a:outerShdw>
          </a:effectLst>
        </p:spPr>
        <p:txBody>
          <a:bodyPr wrap="square">
            <a:spAutoFit/>
          </a:bodyPr>
          <a:lstStyle/>
          <a:p>
            <a:r>
              <a:rPr lang="en-GB" sz="1600" b="1">
                <a:solidFill>
                  <a:srgbClr val="0000FF"/>
                </a:solidFill>
                <a:latin typeface="Consolas" panose="020B0609020204030204" pitchFamily="49" charset="0"/>
              </a:rPr>
              <a:t>&lt;</a:t>
            </a:r>
            <a:r>
              <a:rPr lang="en-GB" sz="1600" b="1">
                <a:solidFill>
                  <a:srgbClr val="800000"/>
                </a:solidFill>
                <a:latin typeface="Consolas" panose="020B0609020204030204" pitchFamily="49" charset="0"/>
              </a:rPr>
              <a:t>ol</a:t>
            </a:r>
            <a:r>
              <a:rPr lang="en-GB" sz="1600" b="1">
                <a:solidFill>
                  <a:srgbClr val="0000FF"/>
                </a:solidFill>
                <a:latin typeface="Consolas" panose="020B0609020204030204" pitchFamily="49" charset="0"/>
              </a:rPr>
              <a:t>&gt;</a:t>
            </a:r>
            <a:endParaRPr lang="en-GB" sz="1600" b="1">
              <a:solidFill>
                <a:srgbClr val="000000"/>
              </a:solidFill>
              <a:latin typeface="Consolas" panose="020B0609020204030204" pitchFamily="49" charset="0"/>
            </a:endParaRPr>
          </a:p>
          <a:p>
            <a:r>
              <a:rPr lang="en-GB" sz="1600" b="1">
                <a:solidFill>
                  <a:srgbClr val="000000"/>
                </a:solidFill>
                <a:latin typeface="Consolas" panose="020B0609020204030204" pitchFamily="49" charset="0"/>
              </a:rPr>
              <a:t>    </a:t>
            </a:r>
            <a:r>
              <a:rPr lang="en-GB" sz="1600" b="1">
                <a:solidFill>
                  <a:srgbClr val="0000FF"/>
                </a:solidFill>
                <a:latin typeface="Consolas" panose="020B0609020204030204" pitchFamily="49" charset="0"/>
              </a:rPr>
              <a:t>&lt;</a:t>
            </a:r>
            <a:r>
              <a:rPr lang="en-GB" sz="1600" b="1">
                <a:solidFill>
                  <a:srgbClr val="800000"/>
                </a:solidFill>
                <a:latin typeface="Consolas" panose="020B0609020204030204" pitchFamily="49" charset="0"/>
              </a:rPr>
              <a:t>li</a:t>
            </a:r>
            <a:r>
              <a:rPr lang="en-GB" sz="1600" b="1">
                <a:solidFill>
                  <a:srgbClr val="0000FF"/>
                </a:solidFill>
                <a:latin typeface="Consolas" panose="020B0609020204030204" pitchFamily="49" charset="0"/>
              </a:rPr>
              <a:t>&gt;</a:t>
            </a:r>
            <a:r>
              <a:rPr lang="en-GB" sz="1600" b="1">
                <a:solidFill>
                  <a:srgbClr val="000000"/>
                </a:solidFill>
                <a:latin typeface="Consolas" panose="020B0609020204030204" pitchFamily="49" charset="0"/>
              </a:rPr>
              <a:t>Bayley</a:t>
            </a:r>
            <a:r>
              <a:rPr lang="en-GB" sz="1600" b="1">
                <a:solidFill>
                  <a:srgbClr val="0000FF"/>
                </a:solidFill>
                <a:latin typeface="Consolas" panose="020B0609020204030204" pitchFamily="49" charset="0"/>
              </a:rPr>
              <a:t>&lt;/</a:t>
            </a:r>
            <a:r>
              <a:rPr lang="en-GB" sz="1600" b="1">
                <a:solidFill>
                  <a:srgbClr val="800000"/>
                </a:solidFill>
                <a:latin typeface="Consolas" panose="020B0609020204030204" pitchFamily="49" charset="0"/>
              </a:rPr>
              <a:t>li</a:t>
            </a:r>
            <a:r>
              <a:rPr lang="en-GB" sz="1600" b="1">
                <a:solidFill>
                  <a:srgbClr val="0000FF"/>
                </a:solidFill>
                <a:latin typeface="Consolas" panose="020B0609020204030204" pitchFamily="49" charset="0"/>
              </a:rPr>
              <a:t>&gt;</a:t>
            </a:r>
            <a:endParaRPr lang="en-GB" sz="1600" b="1">
              <a:solidFill>
                <a:srgbClr val="000000"/>
              </a:solidFill>
              <a:latin typeface="Consolas" panose="020B0609020204030204" pitchFamily="49" charset="0"/>
            </a:endParaRPr>
          </a:p>
          <a:p>
            <a:r>
              <a:rPr lang="en-GB" sz="1600" b="1">
                <a:solidFill>
                  <a:srgbClr val="000000"/>
                </a:solidFill>
                <a:latin typeface="Consolas" panose="020B0609020204030204" pitchFamily="49" charset="0"/>
              </a:rPr>
              <a:t>    </a:t>
            </a:r>
            <a:r>
              <a:rPr lang="en-GB" sz="1600" b="1">
                <a:solidFill>
                  <a:srgbClr val="0000FF"/>
                </a:solidFill>
                <a:latin typeface="Consolas" panose="020B0609020204030204" pitchFamily="49" charset="0"/>
              </a:rPr>
              <a:t>&lt;</a:t>
            </a:r>
            <a:r>
              <a:rPr lang="en-GB" sz="1600" b="1">
                <a:solidFill>
                  <a:srgbClr val="800000"/>
                </a:solidFill>
                <a:latin typeface="Consolas" panose="020B0609020204030204" pitchFamily="49" charset="0"/>
              </a:rPr>
              <a:t>li</a:t>
            </a:r>
            <a:r>
              <a:rPr lang="en-GB" sz="1600" b="1">
                <a:solidFill>
                  <a:srgbClr val="0000FF"/>
                </a:solidFill>
                <a:latin typeface="Consolas" panose="020B0609020204030204" pitchFamily="49" charset="0"/>
              </a:rPr>
              <a:t>&gt;</a:t>
            </a:r>
            <a:r>
              <a:rPr lang="en-GB" sz="1600" b="1">
                <a:solidFill>
                  <a:srgbClr val="000000"/>
                </a:solidFill>
                <a:latin typeface="Consolas" panose="020B0609020204030204" pitchFamily="49" charset="0"/>
              </a:rPr>
              <a:t>Joshua</a:t>
            </a:r>
            <a:r>
              <a:rPr lang="en-GB" sz="1600" b="1">
                <a:solidFill>
                  <a:srgbClr val="0000FF"/>
                </a:solidFill>
                <a:latin typeface="Consolas" panose="020B0609020204030204" pitchFamily="49" charset="0"/>
              </a:rPr>
              <a:t>&lt;/</a:t>
            </a:r>
            <a:r>
              <a:rPr lang="en-GB" sz="1600" b="1">
                <a:solidFill>
                  <a:srgbClr val="800000"/>
                </a:solidFill>
                <a:latin typeface="Consolas" panose="020B0609020204030204" pitchFamily="49" charset="0"/>
              </a:rPr>
              <a:t>li</a:t>
            </a:r>
            <a:r>
              <a:rPr lang="en-GB" sz="1600" b="1">
                <a:solidFill>
                  <a:srgbClr val="0000FF"/>
                </a:solidFill>
                <a:latin typeface="Consolas" panose="020B0609020204030204" pitchFamily="49" charset="0"/>
              </a:rPr>
              <a:t>&gt;</a:t>
            </a:r>
            <a:endParaRPr lang="en-GB" sz="1600" b="1">
              <a:solidFill>
                <a:srgbClr val="000000"/>
              </a:solidFill>
              <a:latin typeface="Consolas" panose="020B0609020204030204" pitchFamily="49" charset="0"/>
            </a:endParaRPr>
          </a:p>
          <a:p>
            <a:r>
              <a:rPr lang="en-GB" sz="1600" b="1">
                <a:solidFill>
                  <a:srgbClr val="000000"/>
                </a:solidFill>
                <a:latin typeface="Consolas" panose="020B0609020204030204" pitchFamily="49" charset="0"/>
              </a:rPr>
              <a:t>    </a:t>
            </a:r>
            <a:r>
              <a:rPr lang="en-GB" sz="1600" b="1">
                <a:solidFill>
                  <a:srgbClr val="0000FF"/>
                </a:solidFill>
                <a:latin typeface="Consolas" panose="020B0609020204030204" pitchFamily="49" charset="0"/>
              </a:rPr>
              <a:t>&lt;</a:t>
            </a:r>
            <a:r>
              <a:rPr lang="en-GB" sz="1600" b="1">
                <a:solidFill>
                  <a:srgbClr val="800000"/>
                </a:solidFill>
                <a:latin typeface="Consolas" panose="020B0609020204030204" pitchFamily="49" charset="0"/>
              </a:rPr>
              <a:t>li</a:t>
            </a:r>
            <a:r>
              <a:rPr lang="en-GB" sz="1600" b="1">
                <a:solidFill>
                  <a:srgbClr val="0000FF"/>
                </a:solidFill>
                <a:latin typeface="Consolas" panose="020B0609020204030204" pitchFamily="49" charset="0"/>
              </a:rPr>
              <a:t>&gt;</a:t>
            </a:r>
            <a:r>
              <a:rPr lang="en-GB" sz="1600" b="1">
                <a:solidFill>
                  <a:srgbClr val="000000"/>
                </a:solidFill>
                <a:latin typeface="Consolas" panose="020B0609020204030204" pitchFamily="49" charset="0"/>
              </a:rPr>
              <a:t>Robert</a:t>
            </a:r>
            <a:r>
              <a:rPr lang="en-GB" sz="1600" b="1">
                <a:solidFill>
                  <a:srgbClr val="0000FF"/>
                </a:solidFill>
                <a:latin typeface="Consolas" panose="020B0609020204030204" pitchFamily="49" charset="0"/>
              </a:rPr>
              <a:t>&lt;/</a:t>
            </a:r>
            <a:r>
              <a:rPr lang="en-GB" sz="1600" b="1">
                <a:solidFill>
                  <a:srgbClr val="800000"/>
                </a:solidFill>
                <a:latin typeface="Consolas" panose="020B0609020204030204" pitchFamily="49" charset="0"/>
              </a:rPr>
              <a:t>li</a:t>
            </a:r>
            <a:r>
              <a:rPr lang="en-GB" sz="1600" b="1">
                <a:solidFill>
                  <a:srgbClr val="0000FF"/>
                </a:solidFill>
                <a:latin typeface="Consolas" panose="020B0609020204030204" pitchFamily="49" charset="0"/>
              </a:rPr>
              <a:t>&gt;</a:t>
            </a:r>
            <a:endParaRPr lang="en-GB" sz="1600" b="1">
              <a:solidFill>
                <a:srgbClr val="000000"/>
              </a:solidFill>
              <a:latin typeface="Consolas" panose="020B0609020204030204" pitchFamily="49" charset="0"/>
            </a:endParaRPr>
          </a:p>
          <a:p>
            <a:r>
              <a:rPr lang="en-GB" sz="1600" b="1">
                <a:solidFill>
                  <a:srgbClr val="000000"/>
                </a:solidFill>
                <a:latin typeface="Consolas" panose="020B0609020204030204" pitchFamily="49" charset="0"/>
              </a:rPr>
              <a:t>    </a:t>
            </a:r>
            <a:r>
              <a:rPr lang="en-GB" sz="1600" b="1">
                <a:solidFill>
                  <a:srgbClr val="0000FF"/>
                </a:solidFill>
                <a:latin typeface="Consolas" panose="020B0609020204030204" pitchFamily="49" charset="0"/>
              </a:rPr>
              <a:t>&lt;</a:t>
            </a:r>
            <a:r>
              <a:rPr lang="en-GB" sz="1600" b="1">
                <a:solidFill>
                  <a:srgbClr val="800000"/>
                </a:solidFill>
                <a:latin typeface="Consolas" panose="020B0609020204030204" pitchFamily="49" charset="0"/>
              </a:rPr>
              <a:t>li</a:t>
            </a:r>
            <a:r>
              <a:rPr lang="en-GB" sz="1600" b="1">
                <a:solidFill>
                  <a:srgbClr val="0000FF"/>
                </a:solidFill>
                <a:latin typeface="Consolas" panose="020B0609020204030204" pitchFamily="49" charset="0"/>
              </a:rPr>
              <a:t>&gt;</a:t>
            </a:r>
            <a:r>
              <a:rPr lang="en-GB" sz="1600" b="1">
                <a:solidFill>
                  <a:srgbClr val="000000"/>
                </a:solidFill>
                <a:latin typeface="Consolas" panose="020B0609020204030204" pitchFamily="49" charset="0"/>
              </a:rPr>
              <a:t>Joanna</a:t>
            </a:r>
            <a:r>
              <a:rPr lang="en-GB" sz="1600" b="1">
                <a:solidFill>
                  <a:srgbClr val="0000FF"/>
                </a:solidFill>
                <a:latin typeface="Consolas" panose="020B0609020204030204" pitchFamily="49" charset="0"/>
              </a:rPr>
              <a:t>&lt;/</a:t>
            </a:r>
            <a:r>
              <a:rPr lang="en-GB" sz="1600" b="1">
                <a:solidFill>
                  <a:srgbClr val="800000"/>
                </a:solidFill>
                <a:latin typeface="Consolas" panose="020B0609020204030204" pitchFamily="49" charset="0"/>
              </a:rPr>
              <a:t>li</a:t>
            </a:r>
            <a:r>
              <a:rPr lang="en-GB" sz="1600" b="1">
                <a:solidFill>
                  <a:srgbClr val="0000FF"/>
                </a:solidFill>
                <a:latin typeface="Consolas" panose="020B0609020204030204" pitchFamily="49" charset="0"/>
              </a:rPr>
              <a:t>&gt;</a:t>
            </a:r>
            <a:endParaRPr lang="en-GB" sz="1600" b="1">
              <a:solidFill>
                <a:srgbClr val="000000"/>
              </a:solidFill>
              <a:latin typeface="Consolas" panose="020B0609020204030204" pitchFamily="49" charset="0"/>
            </a:endParaRPr>
          </a:p>
          <a:p>
            <a:r>
              <a:rPr lang="en-GB" sz="1600" b="1">
                <a:solidFill>
                  <a:srgbClr val="000000"/>
                </a:solidFill>
                <a:latin typeface="Consolas" panose="020B0609020204030204" pitchFamily="49" charset="0"/>
              </a:rPr>
              <a:t>    </a:t>
            </a:r>
            <a:r>
              <a:rPr lang="en-GB" sz="1600" b="1">
                <a:solidFill>
                  <a:srgbClr val="0000FF"/>
                </a:solidFill>
                <a:latin typeface="Consolas" panose="020B0609020204030204" pitchFamily="49" charset="0"/>
              </a:rPr>
              <a:t>&lt;</a:t>
            </a:r>
            <a:r>
              <a:rPr lang="en-GB" sz="1600" b="1">
                <a:solidFill>
                  <a:srgbClr val="800000"/>
                </a:solidFill>
                <a:latin typeface="Consolas" panose="020B0609020204030204" pitchFamily="49" charset="0"/>
              </a:rPr>
              <a:t>li</a:t>
            </a:r>
            <a:r>
              <a:rPr lang="en-GB" sz="1600" b="1">
                <a:solidFill>
                  <a:srgbClr val="0000FF"/>
                </a:solidFill>
                <a:latin typeface="Consolas" panose="020B0609020204030204" pitchFamily="49" charset="0"/>
              </a:rPr>
              <a:t>&gt;</a:t>
            </a:r>
            <a:r>
              <a:rPr lang="en-GB" sz="1600" b="1">
                <a:solidFill>
                  <a:srgbClr val="000000"/>
                </a:solidFill>
                <a:latin typeface="Consolas" panose="020B0609020204030204" pitchFamily="49" charset="0"/>
              </a:rPr>
              <a:t>Paul  </a:t>
            </a:r>
            <a:r>
              <a:rPr lang="en-GB" sz="1600" b="1">
                <a:solidFill>
                  <a:srgbClr val="0000FF"/>
                </a:solidFill>
                <a:latin typeface="Consolas" panose="020B0609020204030204" pitchFamily="49" charset="0"/>
              </a:rPr>
              <a:t>&lt;/</a:t>
            </a:r>
            <a:r>
              <a:rPr lang="en-GB" sz="1600" b="1">
                <a:solidFill>
                  <a:srgbClr val="800000"/>
                </a:solidFill>
                <a:latin typeface="Consolas" panose="020B0609020204030204" pitchFamily="49" charset="0"/>
              </a:rPr>
              <a:t>li</a:t>
            </a:r>
            <a:r>
              <a:rPr lang="en-GB" sz="1600" b="1">
                <a:solidFill>
                  <a:srgbClr val="0000FF"/>
                </a:solidFill>
                <a:latin typeface="Consolas" panose="020B0609020204030204" pitchFamily="49" charset="0"/>
              </a:rPr>
              <a:t>&gt;</a:t>
            </a:r>
            <a:endParaRPr lang="en-GB" sz="1600" b="1">
              <a:solidFill>
                <a:srgbClr val="000000"/>
              </a:solidFill>
              <a:latin typeface="Consolas" panose="020B0609020204030204" pitchFamily="49" charset="0"/>
            </a:endParaRPr>
          </a:p>
          <a:p>
            <a:r>
              <a:rPr lang="en-GB" sz="1600" b="1">
                <a:solidFill>
                  <a:srgbClr val="000000"/>
                </a:solidFill>
                <a:latin typeface="Consolas" panose="020B0609020204030204" pitchFamily="49" charset="0"/>
              </a:rPr>
              <a:t>    </a:t>
            </a:r>
            <a:r>
              <a:rPr lang="en-GB" sz="1600" b="1">
                <a:solidFill>
                  <a:srgbClr val="0000FF"/>
                </a:solidFill>
                <a:latin typeface="Consolas" panose="020B0609020204030204" pitchFamily="49" charset="0"/>
              </a:rPr>
              <a:t>&lt;</a:t>
            </a:r>
            <a:r>
              <a:rPr lang="en-GB" sz="1600" b="1">
                <a:solidFill>
                  <a:srgbClr val="800000"/>
                </a:solidFill>
                <a:latin typeface="Consolas" panose="020B0609020204030204" pitchFamily="49" charset="0"/>
              </a:rPr>
              <a:t>li</a:t>
            </a:r>
            <a:r>
              <a:rPr lang="en-GB" sz="1600" b="1">
                <a:solidFill>
                  <a:srgbClr val="0000FF"/>
                </a:solidFill>
                <a:latin typeface="Consolas" panose="020B0609020204030204" pitchFamily="49" charset="0"/>
              </a:rPr>
              <a:t>&gt;</a:t>
            </a:r>
            <a:r>
              <a:rPr lang="en-GB" sz="1600" b="1">
                <a:solidFill>
                  <a:srgbClr val="000000"/>
                </a:solidFill>
                <a:latin typeface="Consolas" panose="020B0609020204030204" pitchFamily="49" charset="0"/>
              </a:rPr>
              <a:t>Calum </a:t>
            </a:r>
            <a:r>
              <a:rPr lang="en-GB" sz="1600" b="1">
                <a:solidFill>
                  <a:srgbClr val="0000FF"/>
                </a:solidFill>
                <a:latin typeface="Consolas" panose="020B0609020204030204" pitchFamily="49" charset="0"/>
              </a:rPr>
              <a:t>&lt;/</a:t>
            </a:r>
            <a:r>
              <a:rPr lang="en-GB" sz="1600" b="1">
                <a:solidFill>
                  <a:srgbClr val="800000"/>
                </a:solidFill>
                <a:latin typeface="Consolas" panose="020B0609020204030204" pitchFamily="49" charset="0"/>
              </a:rPr>
              <a:t>li</a:t>
            </a:r>
            <a:r>
              <a:rPr lang="en-GB" sz="1600" b="1">
                <a:solidFill>
                  <a:srgbClr val="0000FF"/>
                </a:solidFill>
                <a:latin typeface="Consolas" panose="020B0609020204030204" pitchFamily="49" charset="0"/>
              </a:rPr>
              <a:t>&gt;</a:t>
            </a:r>
            <a:endParaRPr lang="en-GB" sz="1600" b="1">
              <a:solidFill>
                <a:srgbClr val="000000"/>
              </a:solidFill>
              <a:latin typeface="Consolas" panose="020B0609020204030204" pitchFamily="49" charset="0"/>
            </a:endParaRPr>
          </a:p>
          <a:p>
            <a:r>
              <a:rPr lang="en-GB" sz="1600" b="1">
                <a:solidFill>
                  <a:srgbClr val="0000FF"/>
                </a:solidFill>
                <a:latin typeface="Consolas" panose="020B0609020204030204" pitchFamily="49" charset="0"/>
              </a:rPr>
              <a:t>&lt;/</a:t>
            </a:r>
            <a:r>
              <a:rPr lang="en-GB" sz="1600" b="1">
                <a:solidFill>
                  <a:srgbClr val="800000"/>
                </a:solidFill>
                <a:latin typeface="Consolas" panose="020B0609020204030204" pitchFamily="49" charset="0"/>
              </a:rPr>
              <a:t>ol</a:t>
            </a:r>
            <a:r>
              <a:rPr lang="en-GB" sz="1600" b="1">
                <a:solidFill>
                  <a:srgbClr val="0000FF"/>
                </a:solidFill>
                <a:latin typeface="Consolas" panose="020B0609020204030204" pitchFamily="49" charset="0"/>
              </a:rPr>
              <a:t>&gt;</a:t>
            </a:r>
            <a:endParaRPr lang="en-GB" sz="1600" b="1" dirty="0"/>
          </a:p>
        </p:txBody>
      </p:sp>
      <p:sp>
        <p:nvSpPr>
          <p:cNvPr id="4" name="Action Button: Go Forward or Next 3">
            <a:hlinkClick r:id="rId3" highlightClick="1"/>
            <a:extLst>
              <a:ext uri="{FF2B5EF4-FFF2-40B4-BE49-F238E27FC236}">
                <a16:creationId xmlns:a16="http://schemas.microsoft.com/office/drawing/2014/main" id="{8F80C38E-718F-4249-5362-A0B023492FA8}"/>
              </a:ext>
            </a:extLst>
          </p:cNvPr>
          <p:cNvSpPr/>
          <p:nvPr/>
        </p:nvSpPr>
        <p:spPr>
          <a:xfrm>
            <a:off x="10836322" y="6141493"/>
            <a:ext cx="532263" cy="550179"/>
          </a:xfrm>
          <a:prstGeom prst="actionButtonForwardNex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2839893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04D568A-B389-EE20-4425-03EB0FCE9784}"/>
              </a:ext>
            </a:extLst>
          </p:cNvPr>
          <p:cNvSpPr>
            <a:spLocks noGrp="1"/>
          </p:cNvSpPr>
          <p:nvPr>
            <p:ph type="sldNum" sz="quarter" idx="4"/>
          </p:nvPr>
        </p:nvSpPr>
        <p:spPr/>
        <p:txBody>
          <a:bodyPr/>
          <a:lstStyle/>
          <a:p>
            <a:fld id="{EF892D59-8F09-EF4B-AD6D-DA609442F868}" type="slidenum">
              <a:rPr lang="en-GB" smtClean="0"/>
              <a:pPr/>
              <a:t>11</a:t>
            </a:fld>
            <a:endParaRPr lang="en-GB" dirty="0"/>
          </a:p>
        </p:txBody>
      </p:sp>
      <p:sp>
        <p:nvSpPr>
          <p:cNvPr id="3" name="Title 2">
            <a:extLst>
              <a:ext uri="{FF2B5EF4-FFF2-40B4-BE49-F238E27FC236}">
                <a16:creationId xmlns:a16="http://schemas.microsoft.com/office/drawing/2014/main" id="{73B80BDA-353B-D603-3BC3-46A7D6431C6B}"/>
              </a:ext>
            </a:extLst>
          </p:cNvPr>
          <p:cNvSpPr>
            <a:spLocks noGrp="1"/>
          </p:cNvSpPr>
          <p:nvPr>
            <p:ph type="title"/>
          </p:nvPr>
        </p:nvSpPr>
        <p:spPr/>
        <p:txBody>
          <a:bodyPr/>
          <a:lstStyle/>
          <a:p>
            <a:r>
              <a:rPr lang="en-GB" dirty="0"/>
              <a:t>Inserting new elements before or after an </a:t>
            </a:r>
            <a:r>
              <a:rPr lang="en-GB" dirty="0" err="1"/>
              <a:t>elem</a:t>
            </a:r>
            <a:endParaRPr lang="en-GB" dirty="0"/>
          </a:p>
        </p:txBody>
      </p:sp>
      <p:sp>
        <p:nvSpPr>
          <p:cNvPr id="6" name="TextBox 5">
            <a:extLst>
              <a:ext uri="{FF2B5EF4-FFF2-40B4-BE49-F238E27FC236}">
                <a16:creationId xmlns:a16="http://schemas.microsoft.com/office/drawing/2014/main" id="{7DA931CC-36BA-3C08-BBC1-03D31BCF1E47}"/>
              </a:ext>
            </a:extLst>
          </p:cNvPr>
          <p:cNvSpPr txBox="1"/>
          <p:nvPr/>
        </p:nvSpPr>
        <p:spPr>
          <a:xfrm>
            <a:off x="509022" y="1368256"/>
            <a:ext cx="7478531" cy="5078313"/>
          </a:xfrm>
          <a:prstGeom prst="rect">
            <a:avLst/>
          </a:prstGeom>
          <a:ln>
            <a:no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a:spAutoFit/>
          </a:bodyPr>
          <a:lstStyle/>
          <a:p>
            <a:r>
              <a:rPr lang="en-GB" sz="1800" b="1" dirty="0">
                <a:solidFill>
                  <a:srgbClr val="000000"/>
                </a:solidFill>
                <a:latin typeface="Consolas" panose="020B0609020204030204" pitchFamily="49" charset="0"/>
              </a:rPr>
              <a:t> </a:t>
            </a:r>
            <a:r>
              <a:rPr lang="en-GB" sz="1800" b="1" dirty="0">
                <a:solidFill>
                  <a:srgbClr val="0000FF"/>
                </a:solidFill>
                <a:latin typeface="Consolas" panose="020B0609020204030204" pitchFamily="49" charset="0"/>
              </a:rPr>
              <a:t>&lt;</a:t>
            </a:r>
            <a:r>
              <a:rPr lang="en-GB" sz="1800" b="1" dirty="0">
                <a:solidFill>
                  <a:srgbClr val="800000"/>
                </a:solidFill>
                <a:latin typeface="Consolas" panose="020B0609020204030204" pitchFamily="49" charset="0"/>
              </a:rPr>
              <a:t>div</a:t>
            </a:r>
            <a:r>
              <a:rPr lang="en-GB" sz="1800" b="1" dirty="0">
                <a:solidFill>
                  <a:srgbClr val="000000"/>
                </a:solidFill>
                <a:latin typeface="Consolas" panose="020B0609020204030204" pitchFamily="49" charset="0"/>
              </a:rPr>
              <a:t> </a:t>
            </a:r>
            <a:r>
              <a:rPr lang="en-GB" sz="1800" b="1" dirty="0">
                <a:solidFill>
                  <a:srgbClr val="FF0000"/>
                </a:solidFill>
                <a:latin typeface="Consolas" panose="020B0609020204030204" pitchFamily="49" charset="0"/>
              </a:rPr>
              <a:t>id</a:t>
            </a:r>
            <a:r>
              <a:rPr lang="en-GB" sz="1800" b="1" dirty="0">
                <a:solidFill>
                  <a:srgbClr val="0000FF"/>
                </a:solidFill>
                <a:latin typeface="Consolas" panose="020B0609020204030204" pitchFamily="49" charset="0"/>
              </a:rPr>
              <a:t>="target"&gt;&lt;/</a:t>
            </a:r>
            <a:r>
              <a:rPr lang="en-GB" sz="1800" b="1" dirty="0">
                <a:solidFill>
                  <a:srgbClr val="800000"/>
                </a:solidFill>
                <a:latin typeface="Consolas" panose="020B0609020204030204" pitchFamily="49" charset="0"/>
              </a:rPr>
              <a:t>div</a:t>
            </a:r>
            <a:r>
              <a:rPr lang="en-GB" sz="1800" b="1" dirty="0">
                <a:solidFill>
                  <a:srgbClr val="0000FF"/>
                </a:solidFill>
                <a:latin typeface="Consolas" panose="020B0609020204030204" pitchFamily="49" charset="0"/>
              </a:rPr>
              <a:t>&gt;</a:t>
            </a:r>
            <a:endParaRPr lang="en-GB" sz="1800" b="1" dirty="0">
              <a:solidFill>
                <a:srgbClr val="000000"/>
              </a:solidFill>
              <a:latin typeface="Consolas" panose="020B0609020204030204" pitchFamily="49" charset="0"/>
            </a:endParaRPr>
          </a:p>
          <a:p>
            <a:endParaRPr lang="en-GB" sz="1800" b="1" dirty="0">
              <a:solidFill>
                <a:srgbClr val="000000"/>
              </a:solidFill>
              <a:latin typeface="Consolas" panose="020B0609020204030204" pitchFamily="49" charset="0"/>
            </a:endParaRPr>
          </a:p>
          <a:p>
            <a:r>
              <a:rPr lang="en-GB" sz="1800" b="1" dirty="0">
                <a:solidFill>
                  <a:srgbClr val="000000"/>
                </a:solidFill>
                <a:latin typeface="Consolas" panose="020B0609020204030204" pitchFamily="49" charset="0"/>
              </a:rPr>
              <a:t>    </a:t>
            </a:r>
            <a:r>
              <a:rPr lang="en-GB" sz="1800" b="1" dirty="0">
                <a:solidFill>
                  <a:srgbClr val="0000FF"/>
                </a:solidFill>
                <a:latin typeface="Consolas" panose="020B0609020204030204" pitchFamily="49" charset="0"/>
              </a:rPr>
              <a:t>&lt;</a:t>
            </a:r>
            <a:r>
              <a:rPr lang="en-GB" sz="1800" b="1" dirty="0">
                <a:solidFill>
                  <a:srgbClr val="800000"/>
                </a:solidFill>
                <a:latin typeface="Consolas" panose="020B0609020204030204" pitchFamily="49" charset="0"/>
              </a:rPr>
              <a:t>script</a:t>
            </a:r>
            <a:r>
              <a:rPr lang="en-GB" sz="1800" b="1" dirty="0">
                <a:solidFill>
                  <a:srgbClr val="0000FF"/>
                </a:solidFill>
                <a:latin typeface="Consolas" panose="020B0609020204030204" pitchFamily="49" charset="0"/>
              </a:rPr>
              <a:t>&gt;</a:t>
            </a:r>
            <a:endParaRPr lang="en-GB" sz="1800" b="1" dirty="0">
              <a:solidFill>
                <a:srgbClr val="000000"/>
              </a:solidFill>
              <a:latin typeface="Consolas" panose="020B0609020204030204" pitchFamily="49" charset="0"/>
            </a:endParaRPr>
          </a:p>
          <a:p>
            <a:r>
              <a:rPr lang="en-GB" sz="1800" b="1" dirty="0">
                <a:solidFill>
                  <a:srgbClr val="000000"/>
                </a:solidFill>
                <a:latin typeface="Consolas" panose="020B0609020204030204" pitchFamily="49" charset="0"/>
              </a:rPr>
              <a:t>        </a:t>
            </a:r>
            <a:r>
              <a:rPr lang="en-GB" sz="1800" b="1" dirty="0" err="1">
                <a:solidFill>
                  <a:srgbClr val="0000FF"/>
                </a:solidFill>
                <a:latin typeface="Consolas" panose="020B0609020204030204" pitchFamily="49" charset="0"/>
              </a:rPr>
              <a:t>const</a:t>
            </a:r>
            <a:r>
              <a:rPr lang="en-GB" sz="1800" b="1" dirty="0">
                <a:solidFill>
                  <a:srgbClr val="000000"/>
                </a:solidFill>
                <a:latin typeface="Consolas" panose="020B0609020204030204" pitchFamily="49" charset="0"/>
              </a:rPr>
              <a:t> element1 = </a:t>
            </a:r>
            <a:r>
              <a:rPr lang="en-GB" sz="1800" b="1" dirty="0" err="1">
                <a:solidFill>
                  <a:srgbClr val="000000"/>
                </a:solidFill>
                <a:latin typeface="Consolas" panose="020B0609020204030204" pitchFamily="49" charset="0"/>
              </a:rPr>
              <a:t>document.createElement</a:t>
            </a:r>
            <a:r>
              <a:rPr lang="en-GB" sz="1800" b="1" dirty="0">
                <a:solidFill>
                  <a:srgbClr val="000000"/>
                </a:solidFill>
                <a:latin typeface="Consolas" panose="020B0609020204030204" pitchFamily="49" charset="0"/>
              </a:rPr>
              <a:t>(</a:t>
            </a:r>
            <a:r>
              <a:rPr lang="en-GB" sz="1800" b="1" dirty="0">
                <a:solidFill>
                  <a:srgbClr val="A31515"/>
                </a:solidFill>
                <a:latin typeface="Consolas" panose="020B0609020204030204" pitchFamily="49" charset="0"/>
              </a:rPr>
              <a:t>"h2"</a:t>
            </a:r>
            <a:r>
              <a:rPr lang="en-GB" sz="1800" b="1" dirty="0">
                <a:solidFill>
                  <a:srgbClr val="000000"/>
                </a:solidFill>
                <a:latin typeface="Consolas" panose="020B0609020204030204" pitchFamily="49" charset="0"/>
              </a:rPr>
              <a:t>);</a:t>
            </a:r>
          </a:p>
          <a:p>
            <a:r>
              <a:rPr lang="en-GB" sz="1800" b="1" dirty="0">
                <a:solidFill>
                  <a:srgbClr val="000000"/>
                </a:solidFill>
                <a:latin typeface="Consolas" panose="020B0609020204030204" pitchFamily="49" charset="0"/>
              </a:rPr>
              <a:t>        element1.textContent = </a:t>
            </a:r>
            <a:r>
              <a:rPr lang="en-GB" sz="1800" b="1" dirty="0">
                <a:solidFill>
                  <a:srgbClr val="A31515"/>
                </a:solidFill>
                <a:latin typeface="Consolas" panose="020B0609020204030204" pitchFamily="49" charset="0"/>
              </a:rPr>
              <a:t>"➡️ Before (element1)"</a:t>
            </a:r>
            <a:r>
              <a:rPr lang="en-GB" sz="1800" b="1" dirty="0">
                <a:solidFill>
                  <a:srgbClr val="000000"/>
                </a:solidFill>
                <a:latin typeface="Consolas" panose="020B0609020204030204" pitchFamily="49" charset="0"/>
              </a:rPr>
              <a:t>;</a:t>
            </a:r>
          </a:p>
          <a:p>
            <a:endParaRPr lang="en-GB" sz="1800" b="1" dirty="0">
              <a:solidFill>
                <a:srgbClr val="000000"/>
              </a:solidFill>
              <a:latin typeface="Consolas" panose="020B0609020204030204" pitchFamily="49" charset="0"/>
            </a:endParaRPr>
          </a:p>
          <a:p>
            <a:r>
              <a:rPr lang="en-GB" sz="1800" b="1" dirty="0">
                <a:solidFill>
                  <a:srgbClr val="000000"/>
                </a:solidFill>
                <a:latin typeface="Consolas" panose="020B0609020204030204" pitchFamily="49" charset="0"/>
              </a:rPr>
              <a:t>        </a:t>
            </a:r>
            <a:r>
              <a:rPr lang="en-GB" sz="1800" b="1" dirty="0" err="1">
                <a:solidFill>
                  <a:srgbClr val="0000FF"/>
                </a:solidFill>
                <a:latin typeface="Consolas" panose="020B0609020204030204" pitchFamily="49" charset="0"/>
              </a:rPr>
              <a:t>const</a:t>
            </a:r>
            <a:r>
              <a:rPr lang="en-GB" sz="1800" b="1" dirty="0">
                <a:solidFill>
                  <a:srgbClr val="000000"/>
                </a:solidFill>
                <a:latin typeface="Consolas" panose="020B0609020204030204" pitchFamily="49" charset="0"/>
              </a:rPr>
              <a:t> element2 = </a:t>
            </a:r>
            <a:r>
              <a:rPr lang="en-GB" sz="1800" b="1" dirty="0" err="1">
                <a:solidFill>
                  <a:srgbClr val="000000"/>
                </a:solidFill>
                <a:latin typeface="Consolas" panose="020B0609020204030204" pitchFamily="49" charset="0"/>
              </a:rPr>
              <a:t>document.createElement</a:t>
            </a:r>
            <a:r>
              <a:rPr lang="en-GB" sz="1800" b="1" dirty="0">
                <a:solidFill>
                  <a:srgbClr val="000000"/>
                </a:solidFill>
                <a:latin typeface="Consolas" panose="020B0609020204030204" pitchFamily="49" charset="0"/>
              </a:rPr>
              <a:t>(</a:t>
            </a:r>
            <a:r>
              <a:rPr lang="en-GB" sz="1800" b="1" dirty="0">
                <a:solidFill>
                  <a:srgbClr val="A31515"/>
                </a:solidFill>
                <a:latin typeface="Consolas" panose="020B0609020204030204" pitchFamily="49" charset="0"/>
              </a:rPr>
              <a:t>"h2"</a:t>
            </a:r>
            <a:r>
              <a:rPr lang="en-GB" sz="1800" b="1" dirty="0">
                <a:solidFill>
                  <a:srgbClr val="000000"/>
                </a:solidFill>
                <a:latin typeface="Consolas" panose="020B0609020204030204" pitchFamily="49" charset="0"/>
              </a:rPr>
              <a:t>);</a:t>
            </a:r>
          </a:p>
          <a:p>
            <a:r>
              <a:rPr lang="en-GB" sz="1800" b="1" dirty="0">
                <a:solidFill>
                  <a:srgbClr val="000000"/>
                </a:solidFill>
                <a:latin typeface="Consolas" panose="020B0609020204030204" pitchFamily="49" charset="0"/>
              </a:rPr>
              <a:t>        element2.textContent = </a:t>
            </a:r>
            <a:r>
              <a:rPr lang="en-GB" sz="1800" b="1" dirty="0">
                <a:solidFill>
                  <a:srgbClr val="A31515"/>
                </a:solidFill>
                <a:latin typeface="Consolas" panose="020B0609020204030204" pitchFamily="49" charset="0"/>
              </a:rPr>
              <a:t>"➡️ After (element2)"</a:t>
            </a:r>
            <a:r>
              <a:rPr lang="en-GB" sz="1800" b="1" dirty="0">
                <a:solidFill>
                  <a:srgbClr val="000000"/>
                </a:solidFill>
                <a:latin typeface="Consolas" panose="020B0609020204030204" pitchFamily="49" charset="0"/>
              </a:rPr>
              <a:t>;</a:t>
            </a:r>
          </a:p>
          <a:p>
            <a:endParaRPr lang="en-GB" sz="1800" b="1" dirty="0">
              <a:solidFill>
                <a:srgbClr val="000000"/>
              </a:solidFill>
              <a:latin typeface="Consolas" panose="020B0609020204030204" pitchFamily="49" charset="0"/>
            </a:endParaRPr>
          </a:p>
          <a:p>
            <a:r>
              <a:rPr lang="en-GB" sz="1800" b="1" dirty="0">
                <a:solidFill>
                  <a:srgbClr val="000000"/>
                </a:solidFill>
                <a:latin typeface="Consolas" panose="020B0609020204030204" pitchFamily="49" charset="0"/>
              </a:rPr>
              <a:t>        </a:t>
            </a:r>
            <a:r>
              <a:rPr lang="en-GB" sz="1800" b="1" dirty="0" err="1">
                <a:solidFill>
                  <a:srgbClr val="0000FF"/>
                </a:solidFill>
                <a:latin typeface="Consolas" panose="020B0609020204030204" pitchFamily="49" charset="0"/>
              </a:rPr>
              <a:t>const</a:t>
            </a:r>
            <a:r>
              <a:rPr lang="en-GB" sz="1800" b="1" dirty="0">
                <a:solidFill>
                  <a:srgbClr val="000000"/>
                </a:solidFill>
                <a:latin typeface="Consolas" panose="020B0609020204030204" pitchFamily="49" charset="0"/>
              </a:rPr>
              <a:t> target = </a:t>
            </a:r>
            <a:r>
              <a:rPr lang="en-GB" sz="1800" b="1" dirty="0" err="1">
                <a:solidFill>
                  <a:srgbClr val="000000"/>
                </a:solidFill>
                <a:latin typeface="Consolas" panose="020B0609020204030204" pitchFamily="49" charset="0"/>
              </a:rPr>
              <a:t>document.getElementById</a:t>
            </a:r>
            <a:r>
              <a:rPr lang="en-GB" sz="1800" b="1" dirty="0">
                <a:solidFill>
                  <a:srgbClr val="000000"/>
                </a:solidFill>
                <a:latin typeface="Consolas" panose="020B0609020204030204" pitchFamily="49" charset="0"/>
              </a:rPr>
              <a:t>(</a:t>
            </a:r>
            <a:r>
              <a:rPr lang="en-GB" sz="1800" b="1" dirty="0">
                <a:solidFill>
                  <a:srgbClr val="A31515"/>
                </a:solidFill>
                <a:latin typeface="Consolas" panose="020B0609020204030204" pitchFamily="49" charset="0"/>
              </a:rPr>
              <a:t>"target"</a:t>
            </a:r>
            <a:r>
              <a:rPr lang="en-GB" sz="1800" b="1" dirty="0">
                <a:solidFill>
                  <a:srgbClr val="000000"/>
                </a:solidFill>
                <a:latin typeface="Consolas" panose="020B0609020204030204" pitchFamily="49" charset="0"/>
              </a:rPr>
              <a:t>);</a:t>
            </a:r>
          </a:p>
          <a:p>
            <a:endParaRPr lang="en-GB" sz="1800" b="1" dirty="0">
              <a:solidFill>
                <a:srgbClr val="000000"/>
              </a:solidFill>
              <a:latin typeface="Consolas" panose="020B0609020204030204" pitchFamily="49" charset="0"/>
            </a:endParaRPr>
          </a:p>
          <a:p>
            <a:r>
              <a:rPr lang="en-GB" sz="1800" b="1" dirty="0">
                <a:solidFill>
                  <a:srgbClr val="000000"/>
                </a:solidFill>
                <a:latin typeface="Consolas" panose="020B0609020204030204" pitchFamily="49" charset="0"/>
              </a:rPr>
              <a:t>        </a:t>
            </a:r>
            <a:r>
              <a:rPr lang="en-GB" sz="1800" b="1" dirty="0" err="1">
                <a:solidFill>
                  <a:srgbClr val="000000"/>
                </a:solidFill>
                <a:latin typeface="Consolas" panose="020B0609020204030204" pitchFamily="49" charset="0"/>
              </a:rPr>
              <a:t>target.before</a:t>
            </a:r>
            <a:r>
              <a:rPr lang="en-GB" sz="1800" b="1" dirty="0">
                <a:solidFill>
                  <a:srgbClr val="000000"/>
                </a:solidFill>
                <a:latin typeface="Consolas" panose="020B0609020204030204" pitchFamily="49" charset="0"/>
              </a:rPr>
              <a:t>(element1);</a:t>
            </a:r>
          </a:p>
          <a:p>
            <a:r>
              <a:rPr lang="en-GB" sz="1800" b="1" dirty="0">
                <a:solidFill>
                  <a:srgbClr val="000000"/>
                </a:solidFill>
                <a:latin typeface="Consolas" panose="020B0609020204030204" pitchFamily="49" charset="0"/>
              </a:rPr>
              <a:t>        </a:t>
            </a:r>
            <a:r>
              <a:rPr lang="en-GB" sz="1800" b="1" dirty="0" err="1">
                <a:solidFill>
                  <a:srgbClr val="000000"/>
                </a:solidFill>
                <a:latin typeface="Consolas" panose="020B0609020204030204" pitchFamily="49" charset="0"/>
              </a:rPr>
              <a:t>target.after</a:t>
            </a:r>
            <a:r>
              <a:rPr lang="en-GB" sz="1800" b="1" dirty="0">
                <a:solidFill>
                  <a:srgbClr val="000000"/>
                </a:solidFill>
                <a:latin typeface="Consolas" panose="020B0609020204030204" pitchFamily="49" charset="0"/>
              </a:rPr>
              <a:t>(element2);</a:t>
            </a:r>
          </a:p>
          <a:p>
            <a:endParaRPr lang="en-GB" sz="1800" b="1" dirty="0">
              <a:solidFill>
                <a:srgbClr val="000000"/>
              </a:solidFill>
              <a:latin typeface="Consolas" panose="020B0609020204030204" pitchFamily="49" charset="0"/>
            </a:endParaRPr>
          </a:p>
          <a:p>
            <a:r>
              <a:rPr lang="en-GB" sz="1800" b="1" dirty="0">
                <a:solidFill>
                  <a:srgbClr val="000000"/>
                </a:solidFill>
                <a:latin typeface="Consolas" panose="020B0609020204030204" pitchFamily="49" charset="0"/>
              </a:rPr>
              <a:t>        </a:t>
            </a:r>
            <a:r>
              <a:rPr lang="en-GB" sz="1800" b="1" dirty="0" err="1">
                <a:solidFill>
                  <a:srgbClr val="0000FF"/>
                </a:solidFill>
                <a:latin typeface="Consolas" panose="020B0609020204030204" pitchFamily="49" charset="0"/>
              </a:rPr>
              <a:t>const</a:t>
            </a:r>
            <a:r>
              <a:rPr lang="en-GB" sz="1800" b="1" dirty="0">
                <a:solidFill>
                  <a:srgbClr val="000000"/>
                </a:solidFill>
                <a:latin typeface="Consolas" panose="020B0609020204030204" pitchFamily="49" charset="0"/>
              </a:rPr>
              <a:t> element3 = </a:t>
            </a:r>
            <a:r>
              <a:rPr lang="en-GB" sz="1800" b="1" dirty="0" err="1">
                <a:solidFill>
                  <a:srgbClr val="000000"/>
                </a:solidFill>
                <a:latin typeface="Consolas" panose="020B0609020204030204" pitchFamily="49" charset="0"/>
              </a:rPr>
              <a:t>document.createElement</a:t>
            </a:r>
            <a:r>
              <a:rPr lang="en-GB" sz="1800" b="1" dirty="0">
                <a:solidFill>
                  <a:srgbClr val="000000"/>
                </a:solidFill>
                <a:latin typeface="Consolas" panose="020B0609020204030204" pitchFamily="49" charset="0"/>
              </a:rPr>
              <a:t>(</a:t>
            </a:r>
            <a:r>
              <a:rPr lang="en-GB" sz="1800" b="1" dirty="0">
                <a:solidFill>
                  <a:srgbClr val="A31515"/>
                </a:solidFill>
                <a:latin typeface="Consolas" panose="020B0609020204030204" pitchFamily="49" charset="0"/>
              </a:rPr>
              <a:t>"span"</a:t>
            </a:r>
            <a:r>
              <a:rPr lang="en-GB" sz="1800" b="1" dirty="0">
                <a:solidFill>
                  <a:srgbClr val="000000"/>
                </a:solidFill>
                <a:latin typeface="Consolas" panose="020B0609020204030204" pitchFamily="49" charset="0"/>
              </a:rPr>
              <a:t>);</a:t>
            </a:r>
          </a:p>
          <a:p>
            <a:r>
              <a:rPr lang="en-GB" sz="1800" b="1" dirty="0">
                <a:solidFill>
                  <a:srgbClr val="000000"/>
                </a:solidFill>
                <a:latin typeface="Consolas" panose="020B0609020204030204" pitchFamily="49" charset="0"/>
              </a:rPr>
              <a:t>        element3.textContent = </a:t>
            </a:r>
            <a:r>
              <a:rPr lang="en-GB" sz="1800" b="1" dirty="0">
                <a:solidFill>
                  <a:srgbClr val="A31515"/>
                </a:solidFill>
                <a:latin typeface="Consolas" panose="020B0609020204030204" pitchFamily="49" charset="0"/>
              </a:rPr>
              <a:t>"element3"</a:t>
            </a:r>
            <a:r>
              <a:rPr lang="en-GB" sz="1800" b="1" dirty="0">
                <a:solidFill>
                  <a:srgbClr val="000000"/>
                </a:solidFill>
                <a:latin typeface="Consolas" panose="020B0609020204030204" pitchFamily="49" charset="0"/>
              </a:rPr>
              <a:t>;</a:t>
            </a:r>
          </a:p>
          <a:p>
            <a:r>
              <a:rPr lang="en-GB" sz="1800" b="1" dirty="0">
                <a:solidFill>
                  <a:srgbClr val="000000"/>
                </a:solidFill>
                <a:latin typeface="Consolas" panose="020B0609020204030204" pitchFamily="49" charset="0"/>
              </a:rPr>
              <a:t>        </a:t>
            </a:r>
            <a:r>
              <a:rPr lang="en-GB" sz="1800" b="1" dirty="0" err="1">
                <a:solidFill>
                  <a:srgbClr val="000000"/>
                </a:solidFill>
                <a:latin typeface="Consolas" panose="020B0609020204030204" pitchFamily="49" charset="0"/>
              </a:rPr>
              <a:t>target.appendChild</a:t>
            </a:r>
            <a:r>
              <a:rPr lang="en-GB" sz="1800" b="1" dirty="0">
                <a:solidFill>
                  <a:srgbClr val="000000"/>
                </a:solidFill>
                <a:latin typeface="Consolas" panose="020B0609020204030204" pitchFamily="49" charset="0"/>
              </a:rPr>
              <a:t>(element3);</a:t>
            </a:r>
          </a:p>
          <a:p>
            <a:r>
              <a:rPr lang="en-GB" sz="1800" b="1" dirty="0">
                <a:solidFill>
                  <a:srgbClr val="000000"/>
                </a:solidFill>
                <a:latin typeface="Consolas" panose="020B0609020204030204" pitchFamily="49" charset="0"/>
              </a:rPr>
              <a:t>    </a:t>
            </a:r>
            <a:r>
              <a:rPr lang="en-GB" sz="1800" b="1" dirty="0">
                <a:solidFill>
                  <a:srgbClr val="0000FF"/>
                </a:solidFill>
                <a:latin typeface="Consolas" panose="020B0609020204030204" pitchFamily="49" charset="0"/>
              </a:rPr>
              <a:t>&lt;/</a:t>
            </a:r>
            <a:r>
              <a:rPr lang="en-GB" sz="1800" b="1" dirty="0">
                <a:solidFill>
                  <a:srgbClr val="800000"/>
                </a:solidFill>
                <a:latin typeface="Consolas" panose="020B0609020204030204" pitchFamily="49" charset="0"/>
              </a:rPr>
              <a:t>script</a:t>
            </a:r>
            <a:r>
              <a:rPr lang="en-GB" sz="1800" b="1" dirty="0">
                <a:solidFill>
                  <a:srgbClr val="0000FF"/>
                </a:solidFill>
                <a:latin typeface="Consolas" panose="020B0609020204030204" pitchFamily="49" charset="0"/>
              </a:rPr>
              <a:t>&gt;</a:t>
            </a:r>
            <a:endParaRPr lang="en-GB" b="1" dirty="0"/>
          </a:p>
        </p:txBody>
      </p:sp>
      <p:pic>
        <p:nvPicPr>
          <p:cNvPr id="8" name="Picture 7">
            <a:extLst>
              <a:ext uri="{FF2B5EF4-FFF2-40B4-BE49-F238E27FC236}">
                <a16:creationId xmlns:a16="http://schemas.microsoft.com/office/drawing/2014/main" id="{A5122BBF-C38B-D09C-6342-2890AB5B376B}"/>
              </a:ext>
            </a:extLst>
          </p:cNvPr>
          <p:cNvPicPr>
            <a:picLocks noChangeAspect="1"/>
          </p:cNvPicPr>
          <p:nvPr/>
        </p:nvPicPr>
        <p:blipFill>
          <a:blip r:embed="rId2"/>
          <a:stretch>
            <a:fillRect/>
          </a:stretch>
        </p:blipFill>
        <p:spPr>
          <a:xfrm>
            <a:off x="8427101" y="1368256"/>
            <a:ext cx="2829320" cy="3591426"/>
          </a:xfrm>
          <a:prstGeom prst="rect">
            <a:avLst/>
          </a:prstGeom>
        </p:spPr>
      </p:pic>
    </p:spTree>
    <p:extLst>
      <p:ext uri="{BB962C8B-B14F-4D97-AF65-F5344CB8AC3E}">
        <p14:creationId xmlns:p14="http://schemas.microsoft.com/office/powerpoint/2010/main" val="33340940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47D2B0A1-21A1-4AA3-B561-1B055B620AF6}"/>
              </a:ext>
            </a:extLst>
          </p:cNvPr>
          <p:cNvSpPr>
            <a:spLocks noGrp="1"/>
          </p:cNvSpPr>
          <p:nvPr>
            <p:ph type="body" sz="quarter" idx="10"/>
          </p:nvPr>
        </p:nvSpPr>
        <p:spPr/>
        <p:txBody>
          <a:bodyPr/>
          <a:lstStyle/>
          <a:p>
            <a:r>
              <a:rPr lang="en-GB" dirty="0"/>
              <a:t>Summary</a:t>
            </a:r>
            <a:endParaRPr lang="en-IN" dirty="0"/>
          </a:p>
        </p:txBody>
      </p:sp>
      <p:sp>
        <p:nvSpPr>
          <p:cNvPr id="5" name="Text Placeholder 4">
            <a:extLst>
              <a:ext uri="{FF2B5EF4-FFF2-40B4-BE49-F238E27FC236}">
                <a16:creationId xmlns:a16="http://schemas.microsoft.com/office/drawing/2014/main" id="{BF710268-7E94-46C4-8F34-8C3655EBF8F1}"/>
              </a:ext>
            </a:extLst>
          </p:cNvPr>
          <p:cNvSpPr>
            <a:spLocks noGrp="1"/>
          </p:cNvSpPr>
          <p:nvPr>
            <p:ph type="body" sz="quarter" idx="11"/>
          </p:nvPr>
        </p:nvSpPr>
        <p:spPr/>
        <p:txBody>
          <a:bodyPr anchor="ctr"/>
          <a:lstStyle/>
          <a:p>
            <a:pPr marL="342900" indent="-342900">
              <a:buFont typeface="Arial" panose="020B0604020202020204" pitchFamily="34" charset="0"/>
              <a:buChar char="•"/>
            </a:pPr>
            <a:r>
              <a:rPr lang="en-GB" b="1" dirty="0"/>
              <a:t>You learned how to access DOM elements using the document object.</a:t>
            </a:r>
          </a:p>
        </p:txBody>
      </p:sp>
    </p:spTree>
    <p:extLst>
      <p:ext uri="{BB962C8B-B14F-4D97-AF65-F5344CB8AC3E}">
        <p14:creationId xmlns:p14="http://schemas.microsoft.com/office/powerpoint/2010/main" val="18987206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31C99F30-4D39-43EE-88FF-228163738EA5}"/>
              </a:ext>
            </a:extLst>
          </p:cNvPr>
          <p:cNvSpPr>
            <a:spLocks noGrp="1"/>
          </p:cNvSpPr>
          <p:nvPr>
            <p:ph type="body" sz="quarter" idx="10"/>
          </p:nvPr>
        </p:nvSpPr>
        <p:spPr/>
        <p:txBody>
          <a:bodyPr/>
          <a:lstStyle/>
          <a:p>
            <a:r>
              <a:rPr lang="en-GB" dirty="0"/>
              <a:t>Lab</a:t>
            </a:r>
            <a:endParaRPr lang="en-IN" dirty="0"/>
          </a:p>
        </p:txBody>
      </p:sp>
      <p:sp>
        <p:nvSpPr>
          <p:cNvPr id="7" name="Text Placeholder 6">
            <a:extLst>
              <a:ext uri="{FF2B5EF4-FFF2-40B4-BE49-F238E27FC236}">
                <a16:creationId xmlns:a16="http://schemas.microsoft.com/office/drawing/2014/main" id="{504F6B18-691A-431F-B944-FA1F3BD344B7}"/>
              </a:ext>
            </a:extLst>
          </p:cNvPr>
          <p:cNvSpPr>
            <a:spLocks noGrp="1"/>
          </p:cNvSpPr>
          <p:nvPr>
            <p:ph type="body" sz="quarter" idx="15"/>
          </p:nvPr>
        </p:nvSpPr>
        <p:spPr/>
        <p:txBody>
          <a:bodyPr/>
          <a:lstStyle/>
          <a:p>
            <a:pPr marL="342900" indent="-342900">
              <a:buFont typeface="Arial" panose="020B0604020202020204" pitchFamily="34" charset="0"/>
              <a:buChar char="•"/>
            </a:pPr>
            <a:r>
              <a:rPr lang="en-GB" b="1" dirty="0"/>
              <a:t>In this lab you will use the </a:t>
            </a:r>
            <a:r>
              <a:rPr lang="en-GB" b="1" dirty="0" err="1"/>
              <a:t>document.get</a:t>
            </a:r>
            <a:r>
              <a:rPr lang="en-GB" b="1" dirty="0"/>
              <a:t> functions to access DOM elements</a:t>
            </a:r>
          </a:p>
          <a:p>
            <a:pPr marL="342900" indent="-342900">
              <a:buFont typeface="Arial" panose="020B0604020202020204" pitchFamily="34" charset="0"/>
              <a:buChar char="•"/>
            </a:pPr>
            <a:endParaRPr lang="en-GB" b="1" dirty="0"/>
          </a:p>
          <a:p>
            <a:pPr marL="342900" indent="-342900">
              <a:buFont typeface="Arial" panose="020B0604020202020204" pitchFamily="34" charset="0"/>
              <a:buChar char="•"/>
            </a:pPr>
            <a:r>
              <a:rPr lang="en-GB" b="1" dirty="0"/>
              <a:t>Refer to lab document "</a:t>
            </a:r>
            <a:r>
              <a:rPr lang="en-GB" b="1" i="1" dirty="0"/>
              <a:t>Accessing DOM elements</a:t>
            </a:r>
            <a:r>
              <a:rPr lang="en-GB" b="1" dirty="0"/>
              <a:t>"</a:t>
            </a:r>
          </a:p>
          <a:p>
            <a:pPr marL="342900" indent="-342900">
              <a:buFont typeface="Arial" panose="020B0604020202020204" pitchFamily="34" charset="0"/>
              <a:buChar char="•"/>
            </a:pPr>
            <a:endParaRPr lang="en-GB" b="1" dirty="0"/>
          </a:p>
          <a:p>
            <a:endParaRPr lang="en-IN" dirty="0"/>
          </a:p>
        </p:txBody>
      </p:sp>
    </p:spTree>
    <p:extLst>
      <p:ext uri="{BB962C8B-B14F-4D97-AF65-F5344CB8AC3E}">
        <p14:creationId xmlns:p14="http://schemas.microsoft.com/office/powerpoint/2010/main" val="344173618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2" val="861ba5a240904b86632099fc56e12dead204a13"/>
</p:tagLst>
</file>

<file path=ppt/theme/theme1.xml><?xml version="1.0" encoding="utf-8"?>
<a:theme xmlns:a="http://schemas.openxmlformats.org/drawingml/2006/main" name="Master">
  <a:themeElements>
    <a:clrScheme name="QA Branding Custom Colour Set">
      <a:dk1>
        <a:srgbClr val="004050"/>
      </a:dk1>
      <a:lt1>
        <a:srgbClr val="FFFFFF"/>
      </a:lt1>
      <a:dk2>
        <a:srgbClr val="00EDB5"/>
      </a:dk2>
      <a:lt2>
        <a:srgbClr val="FFFFFF"/>
      </a:lt2>
      <a:accent1>
        <a:srgbClr val="004050"/>
      </a:accent1>
      <a:accent2>
        <a:srgbClr val="00EDB5"/>
      </a:accent2>
      <a:accent3>
        <a:srgbClr val="7F007D"/>
      </a:accent3>
      <a:accent4>
        <a:srgbClr val="FF004C"/>
      </a:accent4>
      <a:accent5>
        <a:srgbClr val="F8D237"/>
      </a:accent5>
      <a:accent6>
        <a:srgbClr val="F3612C"/>
      </a:accent6>
      <a:hlink>
        <a:srgbClr val="004050"/>
      </a:hlink>
      <a:folHlink>
        <a:srgbClr val="00EDB5"/>
      </a:folHlink>
    </a:clrScheme>
    <a:fontScheme name="QA Brand Fonts 2019">
      <a:majorFont>
        <a:latin typeface="Krana Fat B"/>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0" tIns="0" rIns="0" bIns="0" rtlCol="0" anchor="t" anchorCtr="0">
        <a:normAutofit/>
      </a:bodyPr>
      <a:lstStyle>
        <a:defPPr algn="l">
          <a:defRPr smtClean="0"/>
        </a:defPPr>
      </a:lstStyle>
    </a:txDef>
  </a:objectDefaults>
  <a:extraClrSchemeLst/>
  <a:extLst>
    <a:ext uri="{05A4C25C-085E-4340-85A3-A5531E510DB2}">
      <thm15:themeFamily xmlns:thm15="http://schemas.microsoft.com/office/thememl/2012/main" name="Trainer Slidedeck Template DRAFT v0.1" id="{7AC1CA74-4441-42CA-9897-72DF6ED83A1A}" vid="{6017FA94-E546-4DB4-BF25-6AABB84AA04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BookTypeField0 xmlns="B42EA499-AA80-4ED5-9ED5-37A17D3EB549">
      <Terms xmlns="http://schemas.microsoft.com/office/infopath/2007/PartnerControls">
        <TermInfo xmlns="http://schemas.microsoft.com/office/infopath/2007/PartnerControls">
          <TermName xmlns="http://schemas.microsoft.com/office/infopath/2007/PartnerControls">IK</TermName>
          <TermId xmlns="http://schemas.microsoft.com/office/infopath/2007/PartnerControls">5abe6401-e87a-4499-80b4-3d21a1a6ebd7</TermId>
        </TermInfo>
      </Terms>
    </BookTypeField0>
    <IsBuildFile xmlns="B42EA499-AA80-4ED5-9ED5-37A17D3EB549" xsi:nil="true"/>
    <SequenceNumber xmlns="B42EA499-AA80-4ED5-9ED5-37A17D3EB549" xsi:nil="true"/>
  </documentManagement>
</p:properties>
</file>

<file path=customXml/item2.xml><?xml version="1.0" encoding="utf-8"?>
<ct:contentTypeSchema xmlns:ct="http://schemas.microsoft.com/office/2006/metadata/contentType" xmlns:ma="http://schemas.microsoft.com/office/2006/metadata/properties/metaAttributes" ct:_="" ma:_="" ma:contentTypeName="Courseware" ma:contentTypeID="0x010100F0967B7CEE8D417F966757887D9466FB005CB7CECC996A5B448C70C3215DE65491" ma:contentTypeVersion="0" ma:contentTypeDescription="Base content type which represents courseware documents" ma:contentTypeScope="" ma:versionID="633ed7bf8a9769dc10b8af609c2e65e8">
  <xsd:schema xmlns:xsd="http://www.w3.org/2001/XMLSchema" xmlns:xs="http://www.w3.org/2001/XMLSchema" xmlns:p="http://schemas.microsoft.com/office/2006/metadata/properties" xmlns:ns2="B42EA499-AA80-4ED5-9ED5-37A17D3EB549" targetNamespace="http://schemas.microsoft.com/office/2006/metadata/properties" ma:root="true" ma:fieldsID="6641bdc0935a9ffdc34b1682c1e0febc" ns2:_="">
    <xsd:import namespace="B42EA499-AA80-4ED5-9ED5-37A17D3EB549"/>
    <xsd:element name="properties">
      <xsd:complexType>
        <xsd:sequence>
          <xsd:element name="documentManagement">
            <xsd:complexType>
              <xsd:all>
                <xsd:element ref="ns2:BookTypeField0" minOccurs="0"/>
                <xsd:element ref="ns2:SequenceNumber" minOccurs="0"/>
                <xsd:element ref="ns2:IsBuildFil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42EA499-AA80-4ED5-9ED5-37A17D3EB549" elementFormDefault="qualified">
    <xsd:import namespace="http://schemas.microsoft.com/office/2006/documentManagement/types"/>
    <xsd:import namespace="http://schemas.microsoft.com/office/infopath/2007/PartnerControls"/>
    <xsd:element name="BookTypeField0" ma:index="9" nillable="true" ma:taxonomy="true" ma:internalName="BookTypeField0" ma:taxonomyFieldName="BookType" ma:displayName="Book Type" ma:fieldId="{e7c6b654-e04e-4e45-9cfd-676dbef3a3c6}" ma:sspId="63102202-80dd-4165-b1ca-d09cf2756dc1" ma:termSetId="3300959e-7346-4208-831a-90b552f1677b" ma:anchorId="00000000-0000-0000-0000-000000000000" ma:open="false" ma:isKeyword="false">
      <xsd:complexType>
        <xsd:sequence>
          <xsd:element ref="pc:Terms" minOccurs="0" maxOccurs="1"/>
        </xsd:sequence>
      </xsd:complexType>
    </xsd:element>
    <xsd:element name="SequenceNumber" ma:index="10" nillable="true" ma:displayName="Sequence Number" ma:decimals="0" ma:internalName="SequenceNumber">
      <xsd:simpleType>
        <xsd:restriction base="dms:Number"/>
      </xsd:simpleType>
    </xsd:element>
    <xsd:element name="IsBuildFile" ma:index="11" nillable="true" ma:displayName="Is Build File" ma:hidden="true" ma:internalName="IsBuildFile">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276D8A5-6460-41D8-B2BB-D6C022FE8A5C}">
  <ds:schemaRefs>
    <ds:schemaRef ds:uri="http://schemas.microsoft.com/office/2006/metadata/properties"/>
    <ds:schemaRef ds:uri="http://schemas.microsoft.com/office/infopath/2007/PartnerControls"/>
    <ds:schemaRef ds:uri="B42EA499-AA80-4ED5-9ED5-37A17D3EB549"/>
  </ds:schemaRefs>
</ds:datastoreItem>
</file>

<file path=customXml/itemProps2.xml><?xml version="1.0" encoding="utf-8"?>
<ds:datastoreItem xmlns:ds="http://schemas.openxmlformats.org/officeDocument/2006/customXml" ds:itemID="{96C7C959-319B-49E2-8C8F-A5D510E8AE2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42EA499-AA80-4ED5-9ED5-37A17D3EB54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D47B5C6E-C195-4668-928F-F519F583A6D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0</TotalTime>
  <Words>1516</Words>
  <Application>Microsoft Office PowerPoint</Application>
  <PresentationFormat>Widescreen</PresentationFormat>
  <Paragraphs>207</Paragraphs>
  <Slides>13</Slides>
  <Notes>12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13</vt:i4>
      </vt:variant>
    </vt:vector>
  </HeadingPairs>
  <TitlesOfParts>
    <vt:vector size="21" baseType="lpstr">
      <vt:lpstr>Arial</vt:lpstr>
      <vt:lpstr>Calibri</vt:lpstr>
      <vt:lpstr>Consolas</vt:lpstr>
      <vt:lpstr>Krana Fat B</vt:lpstr>
      <vt:lpstr>Lucida Console</vt:lpstr>
      <vt:lpstr>Montserrat</vt:lpstr>
      <vt:lpstr>Times New Roman</vt:lpstr>
      <vt:lpstr>Master</vt:lpstr>
      <vt:lpstr>Web Development</vt:lpstr>
      <vt:lpstr>Accessing DOM elements </vt:lpstr>
      <vt:lpstr>PowerPoint Presentation</vt:lpstr>
      <vt:lpstr>PowerPoint Presentation</vt:lpstr>
      <vt:lpstr>Objects</vt:lpstr>
      <vt:lpstr>Accessing Elements Using the DOM</vt:lpstr>
      <vt:lpstr>Accessing Properties of Elements - Revision</vt:lpstr>
      <vt:lpstr>Changing the style of an element</vt:lpstr>
      <vt:lpstr>Changing multiple styles of an element</vt:lpstr>
      <vt:lpstr>Creating elements dynamically</vt:lpstr>
      <vt:lpstr>Inserting new elements before or after an elem</vt:lpstr>
      <vt:lpstr>PowerPoint Presentation</vt:lpstr>
      <vt:lpstr>PowerPoint Presentation</vt:lpstr>
    </vt:vector>
  </TitlesOfParts>
  <Manager/>
  <Company>QA Ltd</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Singh, Vaishali</dc:creator>
  <cp:keywords/>
  <dc:description/>
  <cp:lastModifiedBy>mike baradaran</cp:lastModifiedBy>
  <cp:revision>171</cp:revision>
  <cp:lastPrinted>2019-07-03T09:46:41Z</cp:lastPrinted>
  <dcterms:created xsi:type="dcterms:W3CDTF">2019-09-05T08:17:12Z</dcterms:created>
  <dcterms:modified xsi:type="dcterms:W3CDTF">2026-06-16T13:00:06Z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0x010100F0967B7CEE8D417F966757887D9466FB005CB7CECC996A5B448C70C3215DE65491</vt:lpwstr>
  </property>
  <property fmtid="{D5CDD505-2E9C-101B-9397-08002B2CF9AE}" pid="3" name="BookType">
    <vt:lpwstr>4</vt:lpwstr>
  </property>
</Properties>
</file>