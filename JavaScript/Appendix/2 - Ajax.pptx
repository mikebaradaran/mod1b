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3" r:id="rId5"/>
    <p:sldId id="491" r:id="rId6"/>
    <p:sldId id="493" r:id="rId7"/>
    <p:sldId id="536" r:id="rId8"/>
    <p:sldId id="538" r:id="rId9"/>
    <p:sldId id="494" r:id="rId10"/>
    <p:sldId id="535" r:id="rId11"/>
  </p:sldIdLst>
  <p:sldSz cx="12192000" cy="6858000"/>
  <p:notesSz cx="6645275" cy="9775825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1258"/>
    <a:srgbClr val="7E007C"/>
    <a:srgbClr val="09EDB8"/>
    <a:srgbClr val="004050"/>
    <a:srgbClr val="28CFF9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82019" autoAdjust="0"/>
  </p:normalViewPr>
  <p:slideViewPr>
    <p:cSldViewPr snapToGrid="0" snapToObjects="1" showGuides="1">
      <p:cViewPr varScale="1">
        <p:scale>
          <a:sx n="56" d="100"/>
          <a:sy n="56" d="100"/>
        </p:scale>
        <p:origin x="1934" y="274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40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07/06/2025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07/06/2025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AA5024-7929-4056-8E94-172B36B7A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320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671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908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327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854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768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66" y="2130432"/>
            <a:ext cx="11049077" cy="1470025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AAAAA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8" name="Picture 7" descr="NewSwoop_Footer.jpg"/>
          <p:cNvPicPr>
            <a:picLocks noChangeAspect="1"/>
          </p:cNvPicPr>
          <p:nvPr userDrawn="1"/>
        </p:nvPicPr>
        <p:blipFill>
          <a:blip r:embed="rId2" cstate="print"/>
          <a:srcRect b="6922"/>
          <a:stretch>
            <a:fillRect/>
          </a:stretch>
        </p:blipFill>
        <p:spPr>
          <a:xfrm>
            <a:off x="0" y="5015952"/>
            <a:ext cx="12192000" cy="17759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17" y="785794"/>
            <a:ext cx="956780" cy="6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47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342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  <p:sldLayoutId id="2147483903" r:id="rId36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6238" y="2067007"/>
            <a:ext cx="6024562" cy="2353439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br>
              <a:rPr lang="en-GB" dirty="0"/>
            </a:br>
            <a:r>
              <a:rPr lang="en-GB" dirty="0"/>
              <a:t>Web Development</a:t>
            </a:r>
            <a:br>
              <a:rPr lang="en-GB" dirty="0"/>
            </a:br>
            <a:r>
              <a:rPr lang="en-GB" dirty="0"/>
              <a:t>JavaScript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Ajax 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621FA40-AB49-43AD-8B4B-4F0D69968C2E}"/>
              </a:ext>
            </a:extLst>
          </p:cNvPr>
          <p:cNvSpPr txBox="1">
            <a:spLocks/>
          </p:cNvSpPr>
          <p:nvPr/>
        </p:nvSpPr>
        <p:spPr>
          <a:xfrm>
            <a:off x="376239" y="5608948"/>
            <a:ext cx="6480175" cy="44273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6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99F027-5CFF-4864-8579-4B8F7161E2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F0D0BA9-3349-41D8-B07D-492F58BDA0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chapter you'll learn :</a:t>
            </a:r>
          </a:p>
          <a:p>
            <a:pPr marL="342900" lvl="1" indent="-342900">
              <a:buSzPct val="115000"/>
            </a:pPr>
            <a:r>
              <a:rPr lang="en-GB" dirty="0"/>
              <a:t>How to call APIs using Ajax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802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23A454-2319-421B-AAF7-A6FBB34ADC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572" y="1349984"/>
            <a:ext cx="7162253" cy="511940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Allows web pages to update without reloading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Communicates with the server in the background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Often used to load or send data </a:t>
            </a:r>
          </a:p>
          <a:p>
            <a:pPr marL="522900" lvl="1" indent="-342900"/>
            <a:r>
              <a:rPr lang="en-GB" dirty="0"/>
              <a:t>Often as JSON</a:t>
            </a:r>
          </a:p>
          <a:p>
            <a:pPr lvl="1" indent="0">
              <a:buNone/>
            </a:pPr>
            <a:endParaRPr lang="en-GB" b="1" dirty="0"/>
          </a:p>
          <a:p>
            <a:pPr lvl="1" indent="0">
              <a:buNone/>
            </a:pPr>
            <a:r>
              <a:rPr lang="en-GB" b="1" dirty="0"/>
              <a:t>Why Use AJAX?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Better user experience (no full page reloads)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Faster 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Enables dynamic content updates </a:t>
            </a:r>
            <a:br>
              <a:rPr lang="en-GB" dirty="0"/>
            </a:br>
            <a:r>
              <a:rPr lang="en-GB" sz="1800" dirty="0"/>
              <a:t>(e.g., news feeds, comments)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Common in Single Page Applications (SPA)</a:t>
            </a:r>
          </a:p>
          <a:p>
            <a:pPr marL="342900" indent="-342900"/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3BB6D5-5626-488F-A1D3-90F3D4E8B8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What is Ajax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059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make Ajax call using fetch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146E4-73A5-0F23-CC96-65D588210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Modern way to make HTTP requests replaces older </a:t>
            </a:r>
            <a:r>
              <a:rPr lang="en-GB" b="1" dirty="0" err="1"/>
              <a:t>XMLHttpRequest</a:t>
            </a: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Returns a </a:t>
            </a:r>
            <a:r>
              <a:rPr lang="en-GB" b="1" dirty="0"/>
              <a:t>Promise 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Supports </a:t>
            </a:r>
            <a:r>
              <a:rPr lang="en-GB" b="1" dirty="0"/>
              <a:t>GET, POST</a:t>
            </a:r>
            <a:r>
              <a:rPr lang="en-GB" dirty="0"/>
              <a:t>, and more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Great for working with </a:t>
            </a:r>
            <a:r>
              <a:rPr lang="en-GB" b="1" dirty="0"/>
              <a:t>JSON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E4C84-D585-54F6-581E-3A8F9977A7E4}"/>
              </a:ext>
            </a:extLst>
          </p:cNvPr>
          <p:cNvSpPr txBox="1"/>
          <p:nvPr/>
        </p:nvSpPr>
        <p:spPr>
          <a:xfrm>
            <a:off x="740180" y="3058489"/>
            <a:ext cx="6690985" cy="12003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fetch(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'https://jsonplaceholder.typicode.com/posts'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.then(response =&gt;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response.json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.then(data =&gt; console.log(data));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BD0DFD-8FBB-D7CC-AC56-2A7D6CD87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642" y="3058150"/>
            <a:ext cx="4426346" cy="1745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D1CA78-3228-C2C2-6B90-40BD314386BC}"/>
              </a:ext>
            </a:extLst>
          </p:cNvPr>
          <p:cNvSpPr txBox="1"/>
          <p:nvPr/>
        </p:nvSpPr>
        <p:spPr>
          <a:xfrm>
            <a:off x="545910" y="6182436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/>
          </a:bodyPr>
          <a:lstStyle/>
          <a:p>
            <a:pPr algn="l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3CBB90-F17F-5BB1-E022-DA6D2CDB32AB}"/>
              </a:ext>
            </a:extLst>
          </p:cNvPr>
          <p:cNvSpPr txBox="1"/>
          <p:nvPr/>
        </p:nvSpPr>
        <p:spPr>
          <a:xfrm>
            <a:off x="740180" y="5957119"/>
            <a:ext cx="6288088" cy="52322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b="1" dirty="0"/>
              <a:t>A Promise is like a guarantee that something will be done later.</a:t>
            </a:r>
          </a:p>
          <a:p>
            <a:r>
              <a:rPr lang="en-GB" sz="1400" b="1" dirty="0"/>
              <a:t>Used when waiting for something, like data from a server.</a:t>
            </a:r>
          </a:p>
        </p:txBody>
      </p:sp>
    </p:spTree>
    <p:extLst>
      <p:ext uri="{BB962C8B-B14F-4D97-AF65-F5344CB8AC3E}">
        <p14:creationId xmlns:p14="http://schemas.microsoft.com/office/powerpoint/2010/main" val="42712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F89A57-F7D7-4AE7-9213-FE2A66C8A1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2780FB-FEC4-4425-9840-E1754CCF3B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lang="en-GB" b="1" dirty="0"/>
              <a:t>In this chapter you learned: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get data using Ajax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417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05EC2-B267-4B28-B06B-EEBDD7327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784" y="1349984"/>
            <a:ext cx="3443732" cy="2751998"/>
          </a:xfrm>
        </p:spPr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26E09-98B6-4AAA-B8BF-EEA5094185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Please do the lab for this chapter</a:t>
            </a:r>
            <a:endParaRPr lang="en-GB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5974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1FFE42-38A4-4A2A-B4F9-4F01E4315AB4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customXml/itemProps2.xml><?xml version="1.0" encoding="utf-8"?>
<ds:datastoreItem xmlns:ds="http://schemas.openxmlformats.org/officeDocument/2006/customXml" ds:itemID="{B46469E3-16EC-4EB5-87ED-90831C1B18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ED7078-7D27-4FC6-86A3-6FA7A5164F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205</Words>
  <Application>Microsoft Office PowerPoint</Application>
  <PresentationFormat>Widescreen</PresentationFormat>
  <Paragraphs>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Consolas</vt:lpstr>
      <vt:lpstr>Krana Fat B</vt:lpstr>
      <vt:lpstr>Montserrat</vt:lpstr>
      <vt:lpstr>Wingdings</vt:lpstr>
      <vt:lpstr>Master</vt:lpstr>
      <vt:lpstr>  Web Development JavaScript</vt:lpstr>
      <vt:lpstr>Ajax  </vt:lpstr>
      <vt:lpstr>PowerPoint Presentation</vt:lpstr>
      <vt:lpstr>PowerPoint Presentation</vt:lpstr>
      <vt:lpstr>How to make Ajax call using fetch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154</cp:revision>
  <cp:lastPrinted>2019-07-03T09:46:41Z</cp:lastPrinted>
  <dcterms:created xsi:type="dcterms:W3CDTF">2019-09-05T08:17:12Z</dcterms:created>
  <dcterms:modified xsi:type="dcterms:W3CDTF">2025-06-07T21:03:09Z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